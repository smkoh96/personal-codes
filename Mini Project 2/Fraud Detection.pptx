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7" r:id="rId4"/>
    <p:sldId id="258" r:id="rId5"/>
    <p:sldId id="261" r:id="rId6"/>
    <p:sldId id="260" r:id="rId7"/>
    <p:sldId id="262" r:id="rId8"/>
    <p:sldId id="263" r:id="rId9"/>
    <p:sldId id="264" r:id="rId10"/>
    <p:sldId id="283" r:id="rId11"/>
    <p:sldId id="267" r:id="rId12"/>
    <p:sldId id="282" r:id="rId13"/>
    <p:sldId id="266" r:id="rId14"/>
    <p:sldId id="265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4" r:id="rId24"/>
    <p:sldId id="278" r:id="rId25"/>
    <p:sldId id="285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FC3E3C-5E6B-4AC4-8B54-FA1E220FFD9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D5572FB-FD67-4EBD-BF4C-28EEB7640294}">
      <dgm:prSet/>
      <dgm:spPr/>
      <dgm:t>
        <a:bodyPr/>
        <a:lstStyle/>
        <a:p>
          <a:r>
            <a:rPr lang="en-US" dirty="0"/>
            <a:t>Problem Background</a:t>
          </a:r>
        </a:p>
      </dgm:t>
    </dgm:pt>
    <dgm:pt modelId="{76F0E5D3-CD50-4851-91C2-E8305BB0A70D}" type="parTrans" cxnId="{01C9D8C8-2CB0-4166-9FAC-E84B27C63F99}">
      <dgm:prSet/>
      <dgm:spPr/>
      <dgm:t>
        <a:bodyPr/>
        <a:lstStyle/>
        <a:p>
          <a:endParaRPr lang="en-US"/>
        </a:p>
      </dgm:t>
    </dgm:pt>
    <dgm:pt modelId="{385CD384-58A6-48AA-802A-39704E36AFBB}" type="sibTrans" cxnId="{01C9D8C8-2CB0-4166-9FAC-E84B27C63F99}">
      <dgm:prSet/>
      <dgm:spPr/>
      <dgm:t>
        <a:bodyPr/>
        <a:lstStyle/>
        <a:p>
          <a:endParaRPr lang="en-US"/>
        </a:p>
      </dgm:t>
    </dgm:pt>
    <dgm:pt modelId="{A99E0127-B595-40FA-83EB-33ACE705FE08}">
      <dgm:prSet/>
      <dgm:spPr/>
      <dgm:t>
        <a:bodyPr/>
        <a:lstStyle/>
        <a:p>
          <a:r>
            <a:rPr lang="en-SG" b="1" i="0" dirty="0"/>
            <a:t>Exploratory Data Analysis</a:t>
          </a:r>
          <a:endParaRPr lang="en-US" dirty="0"/>
        </a:p>
      </dgm:t>
    </dgm:pt>
    <dgm:pt modelId="{656DEE75-F010-45F4-872B-6BC7D8B0A3EA}" type="parTrans" cxnId="{BDC20E9C-23DB-40E1-BA80-2624C16E482B}">
      <dgm:prSet/>
      <dgm:spPr/>
      <dgm:t>
        <a:bodyPr/>
        <a:lstStyle/>
        <a:p>
          <a:endParaRPr lang="en-US"/>
        </a:p>
      </dgm:t>
    </dgm:pt>
    <dgm:pt modelId="{FB9DCE84-9668-4BF5-A9CE-AC982541C8A2}" type="sibTrans" cxnId="{BDC20E9C-23DB-40E1-BA80-2624C16E482B}">
      <dgm:prSet/>
      <dgm:spPr/>
      <dgm:t>
        <a:bodyPr/>
        <a:lstStyle/>
        <a:p>
          <a:endParaRPr lang="en-US"/>
        </a:p>
      </dgm:t>
    </dgm:pt>
    <dgm:pt modelId="{29C88381-93B6-43BD-AB5A-B715CA950B7C}">
      <dgm:prSet/>
      <dgm:spPr/>
      <dgm:t>
        <a:bodyPr/>
        <a:lstStyle/>
        <a:p>
          <a:r>
            <a:rPr lang="en-US" dirty="0"/>
            <a:t>ML Model and sampling methods</a:t>
          </a:r>
        </a:p>
      </dgm:t>
    </dgm:pt>
    <dgm:pt modelId="{0B6C0D78-09A9-4942-A68F-B3BCD5F28653}" type="parTrans" cxnId="{F5925422-31A3-4B1F-BD5D-B1D1DDF1F7E2}">
      <dgm:prSet/>
      <dgm:spPr/>
      <dgm:t>
        <a:bodyPr/>
        <a:lstStyle/>
        <a:p>
          <a:endParaRPr lang="en-US"/>
        </a:p>
      </dgm:t>
    </dgm:pt>
    <dgm:pt modelId="{74AD0D63-99CE-48A1-9734-393EB18F78DE}" type="sibTrans" cxnId="{F5925422-31A3-4B1F-BD5D-B1D1DDF1F7E2}">
      <dgm:prSet/>
      <dgm:spPr/>
      <dgm:t>
        <a:bodyPr/>
        <a:lstStyle/>
        <a:p>
          <a:endParaRPr lang="en-US"/>
        </a:p>
      </dgm:t>
    </dgm:pt>
    <dgm:pt modelId="{A363DB41-44B0-4F3E-93AF-44972E24ACAD}">
      <dgm:prSet/>
      <dgm:spPr/>
      <dgm:t>
        <a:bodyPr/>
        <a:lstStyle/>
        <a:p>
          <a:r>
            <a:rPr lang="en-US"/>
            <a:t>Parameter tuning</a:t>
          </a:r>
        </a:p>
      </dgm:t>
    </dgm:pt>
    <dgm:pt modelId="{F9918D46-140F-4E21-AC86-6A85FF7B751D}" type="parTrans" cxnId="{9A5BD86B-950C-4AA2-A3C1-E28FAC68637F}">
      <dgm:prSet/>
      <dgm:spPr/>
      <dgm:t>
        <a:bodyPr/>
        <a:lstStyle/>
        <a:p>
          <a:endParaRPr lang="en-US"/>
        </a:p>
      </dgm:t>
    </dgm:pt>
    <dgm:pt modelId="{0043B1A2-E5FE-493A-A6AB-17823DDA1891}" type="sibTrans" cxnId="{9A5BD86B-950C-4AA2-A3C1-E28FAC68637F}">
      <dgm:prSet/>
      <dgm:spPr/>
      <dgm:t>
        <a:bodyPr/>
        <a:lstStyle/>
        <a:p>
          <a:endParaRPr lang="en-US"/>
        </a:p>
      </dgm:t>
    </dgm:pt>
    <dgm:pt modelId="{353DFE37-52CA-48F4-9026-4A6BFD1874FB}">
      <dgm:prSet/>
      <dgm:spPr/>
      <dgm:t>
        <a:bodyPr/>
        <a:lstStyle/>
        <a:p>
          <a:r>
            <a:rPr lang="en-US"/>
            <a:t>Conclusion</a:t>
          </a:r>
        </a:p>
      </dgm:t>
    </dgm:pt>
    <dgm:pt modelId="{23B222FA-CA1B-4822-8981-0360A33C5E60}" type="parTrans" cxnId="{75A34022-F76D-48FD-A589-180A616001D6}">
      <dgm:prSet/>
      <dgm:spPr/>
      <dgm:t>
        <a:bodyPr/>
        <a:lstStyle/>
        <a:p>
          <a:endParaRPr lang="en-US"/>
        </a:p>
      </dgm:t>
    </dgm:pt>
    <dgm:pt modelId="{54503217-021B-4714-8F9A-58CC3AA677E0}" type="sibTrans" cxnId="{75A34022-F76D-48FD-A589-180A616001D6}">
      <dgm:prSet/>
      <dgm:spPr/>
      <dgm:t>
        <a:bodyPr/>
        <a:lstStyle/>
        <a:p>
          <a:endParaRPr lang="en-US"/>
        </a:p>
      </dgm:t>
    </dgm:pt>
    <dgm:pt modelId="{3A69289C-E12E-4495-AC0B-D4622B8165A5}">
      <dgm:prSet/>
      <dgm:spPr/>
      <dgm:t>
        <a:bodyPr/>
        <a:lstStyle/>
        <a:p>
          <a:r>
            <a:rPr lang="en-US"/>
            <a:t>Future Work</a:t>
          </a:r>
        </a:p>
      </dgm:t>
    </dgm:pt>
    <dgm:pt modelId="{75BE5EEE-8E2A-4A7E-818F-3959E0C0709D}" type="parTrans" cxnId="{A5CDC0EC-ACA6-4B93-9FF0-E43DA5479AC7}">
      <dgm:prSet/>
      <dgm:spPr/>
      <dgm:t>
        <a:bodyPr/>
        <a:lstStyle/>
        <a:p>
          <a:endParaRPr lang="en-US"/>
        </a:p>
      </dgm:t>
    </dgm:pt>
    <dgm:pt modelId="{36EE6F93-326C-4DD5-A112-4621EB4ED7DA}" type="sibTrans" cxnId="{A5CDC0EC-ACA6-4B93-9FF0-E43DA5479AC7}">
      <dgm:prSet/>
      <dgm:spPr/>
      <dgm:t>
        <a:bodyPr/>
        <a:lstStyle/>
        <a:p>
          <a:endParaRPr lang="en-US"/>
        </a:p>
      </dgm:t>
    </dgm:pt>
    <dgm:pt modelId="{F0D1287F-FCEE-45A9-8E26-E836E2F6DA08}" type="pres">
      <dgm:prSet presAssocID="{77FC3E3C-5E6B-4AC4-8B54-FA1E220FFD91}" presName="Name0" presStyleCnt="0">
        <dgm:presLayoutVars>
          <dgm:dir/>
          <dgm:resizeHandles val="exact"/>
        </dgm:presLayoutVars>
      </dgm:prSet>
      <dgm:spPr/>
    </dgm:pt>
    <dgm:pt modelId="{A3793FD8-D34E-474D-B4F4-3971B5BFF1BF}" type="pres">
      <dgm:prSet presAssocID="{9D5572FB-FD67-4EBD-BF4C-28EEB7640294}" presName="node" presStyleLbl="node1" presStyleIdx="0" presStyleCnt="6">
        <dgm:presLayoutVars>
          <dgm:bulletEnabled val="1"/>
        </dgm:presLayoutVars>
      </dgm:prSet>
      <dgm:spPr/>
    </dgm:pt>
    <dgm:pt modelId="{10FB84AC-D4AC-40DD-93A9-34D3D1B238C8}" type="pres">
      <dgm:prSet presAssocID="{385CD384-58A6-48AA-802A-39704E36AFBB}" presName="sibTrans" presStyleLbl="sibTrans1D1" presStyleIdx="0" presStyleCnt="5"/>
      <dgm:spPr/>
    </dgm:pt>
    <dgm:pt modelId="{A2680E8E-4060-4F44-8438-BCD07BD16281}" type="pres">
      <dgm:prSet presAssocID="{385CD384-58A6-48AA-802A-39704E36AFBB}" presName="connectorText" presStyleLbl="sibTrans1D1" presStyleIdx="0" presStyleCnt="5"/>
      <dgm:spPr/>
    </dgm:pt>
    <dgm:pt modelId="{D326BBD0-62A0-4AC5-8B7F-529645E2D679}" type="pres">
      <dgm:prSet presAssocID="{A99E0127-B595-40FA-83EB-33ACE705FE08}" presName="node" presStyleLbl="node1" presStyleIdx="1" presStyleCnt="6">
        <dgm:presLayoutVars>
          <dgm:bulletEnabled val="1"/>
        </dgm:presLayoutVars>
      </dgm:prSet>
      <dgm:spPr/>
    </dgm:pt>
    <dgm:pt modelId="{479160D2-4F5F-4579-AB7D-6186725534DB}" type="pres">
      <dgm:prSet presAssocID="{FB9DCE84-9668-4BF5-A9CE-AC982541C8A2}" presName="sibTrans" presStyleLbl="sibTrans1D1" presStyleIdx="1" presStyleCnt="5"/>
      <dgm:spPr/>
    </dgm:pt>
    <dgm:pt modelId="{E016C1E3-A3A8-4430-B989-7D19E36C3E13}" type="pres">
      <dgm:prSet presAssocID="{FB9DCE84-9668-4BF5-A9CE-AC982541C8A2}" presName="connectorText" presStyleLbl="sibTrans1D1" presStyleIdx="1" presStyleCnt="5"/>
      <dgm:spPr/>
    </dgm:pt>
    <dgm:pt modelId="{C33BC38C-6ED6-486E-8162-9E39EB79CCFB}" type="pres">
      <dgm:prSet presAssocID="{29C88381-93B6-43BD-AB5A-B715CA950B7C}" presName="node" presStyleLbl="node1" presStyleIdx="2" presStyleCnt="6">
        <dgm:presLayoutVars>
          <dgm:bulletEnabled val="1"/>
        </dgm:presLayoutVars>
      </dgm:prSet>
      <dgm:spPr/>
    </dgm:pt>
    <dgm:pt modelId="{52B475F1-9B38-4020-A23C-21E2FE385DDA}" type="pres">
      <dgm:prSet presAssocID="{74AD0D63-99CE-48A1-9734-393EB18F78DE}" presName="sibTrans" presStyleLbl="sibTrans1D1" presStyleIdx="2" presStyleCnt="5"/>
      <dgm:spPr/>
    </dgm:pt>
    <dgm:pt modelId="{9CF95F97-A862-43AF-BE6B-AA46A3240C47}" type="pres">
      <dgm:prSet presAssocID="{74AD0D63-99CE-48A1-9734-393EB18F78DE}" presName="connectorText" presStyleLbl="sibTrans1D1" presStyleIdx="2" presStyleCnt="5"/>
      <dgm:spPr/>
    </dgm:pt>
    <dgm:pt modelId="{E7C1A514-6E8C-4174-8C1B-F687BA88DD99}" type="pres">
      <dgm:prSet presAssocID="{A363DB41-44B0-4F3E-93AF-44972E24ACAD}" presName="node" presStyleLbl="node1" presStyleIdx="3" presStyleCnt="6">
        <dgm:presLayoutVars>
          <dgm:bulletEnabled val="1"/>
        </dgm:presLayoutVars>
      </dgm:prSet>
      <dgm:spPr/>
    </dgm:pt>
    <dgm:pt modelId="{D3CAFE18-46E0-41DB-9FD9-9CC3B07C0A29}" type="pres">
      <dgm:prSet presAssocID="{0043B1A2-E5FE-493A-A6AB-17823DDA1891}" presName="sibTrans" presStyleLbl="sibTrans1D1" presStyleIdx="3" presStyleCnt="5"/>
      <dgm:spPr/>
    </dgm:pt>
    <dgm:pt modelId="{CE49BBEF-BB72-42E5-B0A1-A4B1D01019E4}" type="pres">
      <dgm:prSet presAssocID="{0043B1A2-E5FE-493A-A6AB-17823DDA1891}" presName="connectorText" presStyleLbl="sibTrans1D1" presStyleIdx="3" presStyleCnt="5"/>
      <dgm:spPr/>
    </dgm:pt>
    <dgm:pt modelId="{F511A599-2A83-4FA0-9710-F0E4799B494B}" type="pres">
      <dgm:prSet presAssocID="{353DFE37-52CA-48F4-9026-4A6BFD1874FB}" presName="node" presStyleLbl="node1" presStyleIdx="4" presStyleCnt="6">
        <dgm:presLayoutVars>
          <dgm:bulletEnabled val="1"/>
        </dgm:presLayoutVars>
      </dgm:prSet>
      <dgm:spPr/>
    </dgm:pt>
    <dgm:pt modelId="{A0C8BCAA-0D70-4440-B840-404233018C59}" type="pres">
      <dgm:prSet presAssocID="{54503217-021B-4714-8F9A-58CC3AA677E0}" presName="sibTrans" presStyleLbl="sibTrans1D1" presStyleIdx="4" presStyleCnt="5"/>
      <dgm:spPr/>
    </dgm:pt>
    <dgm:pt modelId="{1231B90A-2191-4FBA-81F2-92E80AB4C7EE}" type="pres">
      <dgm:prSet presAssocID="{54503217-021B-4714-8F9A-58CC3AA677E0}" presName="connectorText" presStyleLbl="sibTrans1D1" presStyleIdx="4" presStyleCnt="5"/>
      <dgm:spPr/>
    </dgm:pt>
    <dgm:pt modelId="{18209826-C098-4036-B730-0A5D5B51A595}" type="pres">
      <dgm:prSet presAssocID="{3A69289C-E12E-4495-AC0B-D4622B8165A5}" presName="node" presStyleLbl="node1" presStyleIdx="5" presStyleCnt="6">
        <dgm:presLayoutVars>
          <dgm:bulletEnabled val="1"/>
        </dgm:presLayoutVars>
      </dgm:prSet>
      <dgm:spPr/>
    </dgm:pt>
  </dgm:ptLst>
  <dgm:cxnLst>
    <dgm:cxn modelId="{30467E10-78C7-4AA4-A600-AAFED28D7302}" type="presOf" srcId="{0043B1A2-E5FE-493A-A6AB-17823DDA1891}" destId="{D3CAFE18-46E0-41DB-9FD9-9CC3B07C0A29}" srcOrd="0" destOrd="0" presId="urn:microsoft.com/office/officeart/2016/7/layout/RepeatingBendingProcessNew"/>
    <dgm:cxn modelId="{56BD9410-2A85-484A-BE44-B9D6FF1FAB36}" type="presOf" srcId="{385CD384-58A6-48AA-802A-39704E36AFBB}" destId="{10FB84AC-D4AC-40DD-93A9-34D3D1B238C8}" srcOrd="0" destOrd="0" presId="urn:microsoft.com/office/officeart/2016/7/layout/RepeatingBendingProcessNew"/>
    <dgm:cxn modelId="{7378DA14-8A94-4BEE-B4E9-F326F3FECEE6}" type="presOf" srcId="{54503217-021B-4714-8F9A-58CC3AA677E0}" destId="{1231B90A-2191-4FBA-81F2-92E80AB4C7EE}" srcOrd="1" destOrd="0" presId="urn:microsoft.com/office/officeart/2016/7/layout/RepeatingBendingProcessNew"/>
    <dgm:cxn modelId="{26D15D18-6DF6-43A9-B881-73F1888AD4FC}" type="presOf" srcId="{A363DB41-44B0-4F3E-93AF-44972E24ACAD}" destId="{E7C1A514-6E8C-4174-8C1B-F687BA88DD99}" srcOrd="0" destOrd="0" presId="urn:microsoft.com/office/officeart/2016/7/layout/RepeatingBendingProcessNew"/>
    <dgm:cxn modelId="{75A34022-F76D-48FD-A589-180A616001D6}" srcId="{77FC3E3C-5E6B-4AC4-8B54-FA1E220FFD91}" destId="{353DFE37-52CA-48F4-9026-4A6BFD1874FB}" srcOrd="4" destOrd="0" parTransId="{23B222FA-CA1B-4822-8981-0360A33C5E60}" sibTransId="{54503217-021B-4714-8F9A-58CC3AA677E0}"/>
    <dgm:cxn modelId="{F5925422-31A3-4B1F-BD5D-B1D1DDF1F7E2}" srcId="{77FC3E3C-5E6B-4AC4-8B54-FA1E220FFD91}" destId="{29C88381-93B6-43BD-AB5A-B715CA950B7C}" srcOrd="2" destOrd="0" parTransId="{0B6C0D78-09A9-4942-A68F-B3BCD5F28653}" sibTransId="{74AD0D63-99CE-48A1-9734-393EB18F78DE}"/>
    <dgm:cxn modelId="{52FF1A34-E310-4EE9-BE0C-9E6552716E48}" type="presOf" srcId="{3A69289C-E12E-4495-AC0B-D4622B8165A5}" destId="{18209826-C098-4036-B730-0A5D5B51A595}" srcOrd="0" destOrd="0" presId="urn:microsoft.com/office/officeart/2016/7/layout/RepeatingBendingProcessNew"/>
    <dgm:cxn modelId="{CD281F38-7382-4344-B255-887AB1A4A141}" type="presOf" srcId="{74AD0D63-99CE-48A1-9734-393EB18F78DE}" destId="{52B475F1-9B38-4020-A23C-21E2FE385DDA}" srcOrd="0" destOrd="0" presId="urn:microsoft.com/office/officeart/2016/7/layout/RepeatingBendingProcessNew"/>
    <dgm:cxn modelId="{57D32F3D-55FD-4E11-89BE-5106C68F90F0}" type="presOf" srcId="{0043B1A2-E5FE-493A-A6AB-17823DDA1891}" destId="{CE49BBEF-BB72-42E5-B0A1-A4B1D01019E4}" srcOrd="1" destOrd="0" presId="urn:microsoft.com/office/officeart/2016/7/layout/RepeatingBendingProcessNew"/>
    <dgm:cxn modelId="{B2640F45-B363-49AD-9452-FEE0C511F7BC}" type="presOf" srcId="{29C88381-93B6-43BD-AB5A-B715CA950B7C}" destId="{C33BC38C-6ED6-486E-8162-9E39EB79CCFB}" srcOrd="0" destOrd="0" presId="urn:microsoft.com/office/officeart/2016/7/layout/RepeatingBendingProcessNew"/>
    <dgm:cxn modelId="{A20C5C45-FCF9-4478-B459-1A414B156215}" type="presOf" srcId="{353DFE37-52CA-48F4-9026-4A6BFD1874FB}" destId="{F511A599-2A83-4FA0-9710-F0E4799B494B}" srcOrd="0" destOrd="0" presId="urn:microsoft.com/office/officeart/2016/7/layout/RepeatingBendingProcessNew"/>
    <dgm:cxn modelId="{C69F0149-1F93-4D34-B3C9-A4EF3A9B20A6}" type="presOf" srcId="{FB9DCE84-9668-4BF5-A9CE-AC982541C8A2}" destId="{E016C1E3-A3A8-4430-B989-7D19E36C3E13}" srcOrd="1" destOrd="0" presId="urn:microsoft.com/office/officeart/2016/7/layout/RepeatingBendingProcessNew"/>
    <dgm:cxn modelId="{9A5BD86B-950C-4AA2-A3C1-E28FAC68637F}" srcId="{77FC3E3C-5E6B-4AC4-8B54-FA1E220FFD91}" destId="{A363DB41-44B0-4F3E-93AF-44972E24ACAD}" srcOrd="3" destOrd="0" parTransId="{F9918D46-140F-4E21-AC86-6A85FF7B751D}" sibTransId="{0043B1A2-E5FE-493A-A6AB-17823DDA1891}"/>
    <dgm:cxn modelId="{16582D6D-B159-4A45-814C-58950326CEAC}" type="presOf" srcId="{385CD384-58A6-48AA-802A-39704E36AFBB}" destId="{A2680E8E-4060-4F44-8438-BCD07BD16281}" srcOrd="1" destOrd="0" presId="urn:microsoft.com/office/officeart/2016/7/layout/RepeatingBendingProcessNew"/>
    <dgm:cxn modelId="{F5BFE34D-C6E6-4903-B8E4-62A8FB1CF8A3}" type="presOf" srcId="{54503217-021B-4714-8F9A-58CC3AA677E0}" destId="{A0C8BCAA-0D70-4440-B840-404233018C59}" srcOrd="0" destOrd="0" presId="urn:microsoft.com/office/officeart/2016/7/layout/RepeatingBendingProcessNew"/>
    <dgm:cxn modelId="{397F2780-E6E7-483D-A74A-0B7F522BCF6C}" type="presOf" srcId="{9D5572FB-FD67-4EBD-BF4C-28EEB7640294}" destId="{A3793FD8-D34E-474D-B4F4-3971B5BFF1BF}" srcOrd="0" destOrd="0" presId="urn:microsoft.com/office/officeart/2016/7/layout/RepeatingBendingProcessNew"/>
    <dgm:cxn modelId="{AB2AC292-88DA-4E0B-A34F-33E70B5AECCF}" type="presOf" srcId="{A99E0127-B595-40FA-83EB-33ACE705FE08}" destId="{D326BBD0-62A0-4AC5-8B7F-529645E2D679}" srcOrd="0" destOrd="0" presId="urn:microsoft.com/office/officeart/2016/7/layout/RepeatingBendingProcessNew"/>
    <dgm:cxn modelId="{4F900699-E277-43AF-8C72-B4C7D87A0C55}" type="presOf" srcId="{77FC3E3C-5E6B-4AC4-8B54-FA1E220FFD91}" destId="{F0D1287F-FCEE-45A9-8E26-E836E2F6DA08}" srcOrd="0" destOrd="0" presId="urn:microsoft.com/office/officeart/2016/7/layout/RepeatingBendingProcessNew"/>
    <dgm:cxn modelId="{BDC20E9C-23DB-40E1-BA80-2624C16E482B}" srcId="{77FC3E3C-5E6B-4AC4-8B54-FA1E220FFD91}" destId="{A99E0127-B595-40FA-83EB-33ACE705FE08}" srcOrd="1" destOrd="0" parTransId="{656DEE75-F010-45F4-872B-6BC7D8B0A3EA}" sibTransId="{FB9DCE84-9668-4BF5-A9CE-AC982541C8A2}"/>
    <dgm:cxn modelId="{01C9D8C8-2CB0-4166-9FAC-E84B27C63F99}" srcId="{77FC3E3C-5E6B-4AC4-8B54-FA1E220FFD91}" destId="{9D5572FB-FD67-4EBD-BF4C-28EEB7640294}" srcOrd="0" destOrd="0" parTransId="{76F0E5D3-CD50-4851-91C2-E8305BB0A70D}" sibTransId="{385CD384-58A6-48AA-802A-39704E36AFBB}"/>
    <dgm:cxn modelId="{7056A9D9-F1AF-4483-A74A-44E5DC361B77}" type="presOf" srcId="{FB9DCE84-9668-4BF5-A9CE-AC982541C8A2}" destId="{479160D2-4F5F-4579-AB7D-6186725534DB}" srcOrd="0" destOrd="0" presId="urn:microsoft.com/office/officeart/2016/7/layout/RepeatingBendingProcessNew"/>
    <dgm:cxn modelId="{A5CDC0EC-ACA6-4B93-9FF0-E43DA5479AC7}" srcId="{77FC3E3C-5E6B-4AC4-8B54-FA1E220FFD91}" destId="{3A69289C-E12E-4495-AC0B-D4622B8165A5}" srcOrd="5" destOrd="0" parTransId="{75BE5EEE-8E2A-4A7E-818F-3959E0C0709D}" sibTransId="{36EE6F93-326C-4DD5-A112-4621EB4ED7DA}"/>
    <dgm:cxn modelId="{22762FF2-F1EE-4700-B639-D0A6359E60D6}" type="presOf" srcId="{74AD0D63-99CE-48A1-9734-393EB18F78DE}" destId="{9CF95F97-A862-43AF-BE6B-AA46A3240C47}" srcOrd="1" destOrd="0" presId="urn:microsoft.com/office/officeart/2016/7/layout/RepeatingBendingProcessNew"/>
    <dgm:cxn modelId="{1BA7E8DB-7589-4A38-BC7F-0E9CC4E115EF}" type="presParOf" srcId="{F0D1287F-FCEE-45A9-8E26-E836E2F6DA08}" destId="{A3793FD8-D34E-474D-B4F4-3971B5BFF1BF}" srcOrd="0" destOrd="0" presId="urn:microsoft.com/office/officeart/2016/7/layout/RepeatingBendingProcessNew"/>
    <dgm:cxn modelId="{01DD7183-3CEA-4A44-9B6C-45ADDAC1DD60}" type="presParOf" srcId="{F0D1287F-FCEE-45A9-8E26-E836E2F6DA08}" destId="{10FB84AC-D4AC-40DD-93A9-34D3D1B238C8}" srcOrd="1" destOrd="0" presId="urn:microsoft.com/office/officeart/2016/7/layout/RepeatingBendingProcessNew"/>
    <dgm:cxn modelId="{E27922DC-4EB8-4460-A046-C259B80A55AD}" type="presParOf" srcId="{10FB84AC-D4AC-40DD-93A9-34D3D1B238C8}" destId="{A2680E8E-4060-4F44-8438-BCD07BD16281}" srcOrd="0" destOrd="0" presId="urn:microsoft.com/office/officeart/2016/7/layout/RepeatingBendingProcessNew"/>
    <dgm:cxn modelId="{6E015BCE-562C-4719-936F-7BB83737AF54}" type="presParOf" srcId="{F0D1287F-FCEE-45A9-8E26-E836E2F6DA08}" destId="{D326BBD0-62A0-4AC5-8B7F-529645E2D679}" srcOrd="2" destOrd="0" presId="urn:microsoft.com/office/officeart/2016/7/layout/RepeatingBendingProcessNew"/>
    <dgm:cxn modelId="{6DC7C72D-FE00-4D38-8866-6BDF8D6CF267}" type="presParOf" srcId="{F0D1287F-FCEE-45A9-8E26-E836E2F6DA08}" destId="{479160D2-4F5F-4579-AB7D-6186725534DB}" srcOrd="3" destOrd="0" presId="urn:microsoft.com/office/officeart/2016/7/layout/RepeatingBendingProcessNew"/>
    <dgm:cxn modelId="{B175CBE8-4E46-4036-BD2B-A349EBAB6D9D}" type="presParOf" srcId="{479160D2-4F5F-4579-AB7D-6186725534DB}" destId="{E016C1E3-A3A8-4430-B989-7D19E36C3E13}" srcOrd="0" destOrd="0" presId="urn:microsoft.com/office/officeart/2016/7/layout/RepeatingBendingProcessNew"/>
    <dgm:cxn modelId="{63F7854C-70F6-4EDD-8C6A-D5F268DE08FD}" type="presParOf" srcId="{F0D1287F-FCEE-45A9-8E26-E836E2F6DA08}" destId="{C33BC38C-6ED6-486E-8162-9E39EB79CCFB}" srcOrd="4" destOrd="0" presId="urn:microsoft.com/office/officeart/2016/7/layout/RepeatingBendingProcessNew"/>
    <dgm:cxn modelId="{A42FF34F-3E09-468B-9DFC-D6E7FE5EDA5E}" type="presParOf" srcId="{F0D1287F-FCEE-45A9-8E26-E836E2F6DA08}" destId="{52B475F1-9B38-4020-A23C-21E2FE385DDA}" srcOrd="5" destOrd="0" presId="urn:microsoft.com/office/officeart/2016/7/layout/RepeatingBendingProcessNew"/>
    <dgm:cxn modelId="{DFFBE3D2-754B-4315-A604-09561CC3B0B7}" type="presParOf" srcId="{52B475F1-9B38-4020-A23C-21E2FE385DDA}" destId="{9CF95F97-A862-43AF-BE6B-AA46A3240C47}" srcOrd="0" destOrd="0" presId="urn:microsoft.com/office/officeart/2016/7/layout/RepeatingBendingProcessNew"/>
    <dgm:cxn modelId="{43B0D7FB-76D2-4F4A-9DA7-E44917D29181}" type="presParOf" srcId="{F0D1287F-FCEE-45A9-8E26-E836E2F6DA08}" destId="{E7C1A514-6E8C-4174-8C1B-F687BA88DD99}" srcOrd="6" destOrd="0" presId="urn:microsoft.com/office/officeart/2016/7/layout/RepeatingBendingProcessNew"/>
    <dgm:cxn modelId="{5C31CC4D-153C-435F-AF9F-39EA4B76092D}" type="presParOf" srcId="{F0D1287F-FCEE-45A9-8E26-E836E2F6DA08}" destId="{D3CAFE18-46E0-41DB-9FD9-9CC3B07C0A29}" srcOrd="7" destOrd="0" presId="urn:microsoft.com/office/officeart/2016/7/layout/RepeatingBendingProcessNew"/>
    <dgm:cxn modelId="{78EE8231-3B8F-40E2-A71D-B1D34807EACE}" type="presParOf" srcId="{D3CAFE18-46E0-41DB-9FD9-9CC3B07C0A29}" destId="{CE49BBEF-BB72-42E5-B0A1-A4B1D01019E4}" srcOrd="0" destOrd="0" presId="urn:microsoft.com/office/officeart/2016/7/layout/RepeatingBendingProcessNew"/>
    <dgm:cxn modelId="{BB3DFBD9-FC35-4EF2-B01B-65147454118D}" type="presParOf" srcId="{F0D1287F-FCEE-45A9-8E26-E836E2F6DA08}" destId="{F511A599-2A83-4FA0-9710-F0E4799B494B}" srcOrd="8" destOrd="0" presId="urn:microsoft.com/office/officeart/2016/7/layout/RepeatingBendingProcessNew"/>
    <dgm:cxn modelId="{1D3128C7-FE86-4D27-AAF9-7960B86BD639}" type="presParOf" srcId="{F0D1287F-FCEE-45A9-8E26-E836E2F6DA08}" destId="{A0C8BCAA-0D70-4440-B840-404233018C59}" srcOrd="9" destOrd="0" presId="urn:microsoft.com/office/officeart/2016/7/layout/RepeatingBendingProcessNew"/>
    <dgm:cxn modelId="{51F9DC86-F215-4D2B-BBCC-AD12F63F9396}" type="presParOf" srcId="{A0C8BCAA-0D70-4440-B840-404233018C59}" destId="{1231B90A-2191-4FBA-81F2-92E80AB4C7EE}" srcOrd="0" destOrd="0" presId="urn:microsoft.com/office/officeart/2016/7/layout/RepeatingBendingProcessNew"/>
    <dgm:cxn modelId="{32210C1E-B177-4374-8DA3-3F93AE19F1DE}" type="presParOf" srcId="{F0D1287F-FCEE-45A9-8E26-E836E2F6DA08}" destId="{18209826-C098-4036-B730-0A5D5B51A595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5ADBF2-66FC-4D13-8302-959B384644C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3D30873-F7F7-4C02-9866-8C4FE1294B48}">
      <dgm:prSet/>
      <dgm:spPr/>
      <dgm:t>
        <a:bodyPr/>
        <a:lstStyle/>
        <a:p>
          <a:r>
            <a:rPr lang="en-US"/>
            <a:t>The Bank wants to prevent fraud transactions from occurring. Early detection is required to ensure that the wrong transaction will not happen. </a:t>
          </a:r>
        </a:p>
      </dgm:t>
    </dgm:pt>
    <dgm:pt modelId="{9CCD6BB3-E7B4-490B-AA0D-E2C0A40982A9}" type="parTrans" cxnId="{8ADC8741-F6F2-461D-BFE6-E68819D91CAB}">
      <dgm:prSet/>
      <dgm:spPr/>
      <dgm:t>
        <a:bodyPr/>
        <a:lstStyle/>
        <a:p>
          <a:endParaRPr lang="en-US"/>
        </a:p>
      </dgm:t>
    </dgm:pt>
    <dgm:pt modelId="{8615AB53-C2F9-4AD8-8958-BECF450E8613}" type="sibTrans" cxnId="{8ADC8741-F6F2-461D-BFE6-E68819D91CAB}">
      <dgm:prSet/>
      <dgm:spPr/>
      <dgm:t>
        <a:bodyPr/>
        <a:lstStyle/>
        <a:p>
          <a:endParaRPr lang="en-US"/>
        </a:p>
      </dgm:t>
    </dgm:pt>
    <dgm:pt modelId="{21BE3FDD-E169-47C6-857F-82F7C4F41D57}">
      <dgm:prSet/>
      <dgm:spPr/>
      <dgm:t>
        <a:bodyPr/>
        <a:lstStyle/>
        <a:p>
          <a:r>
            <a:rPr lang="en-US" dirty="0"/>
            <a:t>Fraud must be detected when online payment is made.</a:t>
          </a:r>
        </a:p>
        <a:p>
          <a:endParaRPr lang="en-US" dirty="0"/>
        </a:p>
        <a:p>
          <a:r>
            <a:rPr lang="en-US" dirty="0"/>
            <a:t>Find a suitable </a:t>
          </a:r>
          <a:r>
            <a:rPr lang="en-US" b="1" dirty="0"/>
            <a:t>classification model </a:t>
          </a:r>
          <a:r>
            <a:rPr lang="en-US" dirty="0"/>
            <a:t>to predict fraud transaction based on given information of the online payment.</a:t>
          </a:r>
        </a:p>
      </dgm:t>
    </dgm:pt>
    <dgm:pt modelId="{25617CBA-6834-4D16-A6E1-B411E6A47FDC}" type="parTrans" cxnId="{A0A8343A-D5BA-4E28-90EF-9ED47B99C4DC}">
      <dgm:prSet/>
      <dgm:spPr/>
      <dgm:t>
        <a:bodyPr/>
        <a:lstStyle/>
        <a:p>
          <a:endParaRPr lang="en-US"/>
        </a:p>
      </dgm:t>
    </dgm:pt>
    <dgm:pt modelId="{EEA68A6F-9784-4451-8D34-87257DA7F939}" type="sibTrans" cxnId="{A0A8343A-D5BA-4E28-90EF-9ED47B99C4DC}">
      <dgm:prSet/>
      <dgm:spPr/>
      <dgm:t>
        <a:bodyPr/>
        <a:lstStyle/>
        <a:p>
          <a:endParaRPr lang="en-US"/>
        </a:p>
      </dgm:t>
    </dgm:pt>
    <dgm:pt modelId="{98364516-E41C-46AC-A8D6-5D47B06D9BB7}" type="pres">
      <dgm:prSet presAssocID="{C35ADBF2-66FC-4D13-8302-959B384644CA}" presName="vert0" presStyleCnt="0">
        <dgm:presLayoutVars>
          <dgm:dir/>
          <dgm:animOne val="branch"/>
          <dgm:animLvl val="lvl"/>
        </dgm:presLayoutVars>
      </dgm:prSet>
      <dgm:spPr/>
    </dgm:pt>
    <dgm:pt modelId="{1A40DBB2-5CA3-4A6B-8230-1344ABABCE84}" type="pres">
      <dgm:prSet presAssocID="{53D30873-F7F7-4C02-9866-8C4FE1294B48}" presName="thickLine" presStyleLbl="alignNode1" presStyleIdx="0" presStyleCnt="2"/>
      <dgm:spPr/>
    </dgm:pt>
    <dgm:pt modelId="{2024A93E-3B58-40B1-A06D-AF9269806EC4}" type="pres">
      <dgm:prSet presAssocID="{53D30873-F7F7-4C02-9866-8C4FE1294B48}" presName="horz1" presStyleCnt="0"/>
      <dgm:spPr/>
    </dgm:pt>
    <dgm:pt modelId="{2FF2CC2F-B9F0-4BD6-AB03-54C121765DFA}" type="pres">
      <dgm:prSet presAssocID="{53D30873-F7F7-4C02-9866-8C4FE1294B48}" presName="tx1" presStyleLbl="revTx" presStyleIdx="0" presStyleCnt="2"/>
      <dgm:spPr/>
    </dgm:pt>
    <dgm:pt modelId="{4388A618-2DD0-4415-90C5-46A51B57FFAC}" type="pres">
      <dgm:prSet presAssocID="{53D30873-F7F7-4C02-9866-8C4FE1294B48}" presName="vert1" presStyleCnt="0"/>
      <dgm:spPr/>
    </dgm:pt>
    <dgm:pt modelId="{F08E4AA6-1CC1-43DA-819C-00D48435A05F}" type="pres">
      <dgm:prSet presAssocID="{21BE3FDD-E169-47C6-857F-82F7C4F41D57}" presName="thickLine" presStyleLbl="alignNode1" presStyleIdx="1" presStyleCnt="2"/>
      <dgm:spPr/>
    </dgm:pt>
    <dgm:pt modelId="{14E9BCC6-DFF8-4A94-8A01-725F379ED2AB}" type="pres">
      <dgm:prSet presAssocID="{21BE3FDD-E169-47C6-857F-82F7C4F41D57}" presName="horz1" presStyleCnt="0"/>
      <dgm:spPr/>
    </dgm:pt>
    <dgm:pt modelId="{2FB0B372-4B5B-4CB9-B140-BECB0250EADE}" type="pres">
      <dgm:prSet presAssocID="{21BE3FDD-E169-47C6-857F-82F7C4F41D57}" presName="tx1" presStyleLbl="revTx" presStyleIdx="1" presStyleCnt="2"/>
      <dgm:spPr/>
    </dgm:pt>
    <dgm:pt modelId="{8605F9DE-F3AA-4851-986A-BB87D71C9A9F}" type="pres">
      <dgm:prSet presAssocID="{21BE3FDD-E169-47C6-857F-82F7C4F41D57}" presName="vert1" presStyleCnt="0"/>
      <dgm:spPr/>
    </dgm:pt>
  </dgm:ptLst>
  <dgm:cxnLst>
    <dgm:cxn modelId="{A0A8343A-D5BA-4E28-90EF-9ED47B99C4DC}" srcId="{C35ADBF2-66FC-4D13-8302-959B384644CA}" destId="{21BE3FDD-E169-47C6-857F-82F7C4F41D57}" srcOrd="1" destOrd="0" parTransId="{25617CBA-6834-4D16-A6E1-B411E6A47FDC}" sibTransId="{EEA68A6F-9784-4451-8D34-87257DA7F939}"/>
    <dgm:cxn modelId="{8ADC8741-F6F2-461D-BFE6-E68819D91CAB}" srcId="{C35ADBF2-66FC-4D13-8302-959B384644CA}" destId="{53D30873-F7F7-4C02-9866-8C4FE1294B48}" srcOrd="0" destOrd="0" parTransId="{9CCD6BB3-E7B4-490B-AA0D-E2C0A40982A9}" sibTransId="{8615AB53-C2F9-4AD8-8958-BECF450E8613}"/>
    <dgm:cxn modelId="{80923965-49FA-4071-968D-2B29FC326D4D}" type="presOf" srcId="{21BE3FDD-E169-47C6-857F-82F7C4F41D57}" destId="{2FB0B372-4B5B-4CB9-B140-BECB0250EADE}" srcOrd="0" destOrd="0" presId="urn:microsoft.com/office/officeart/2008/layout/LinedList"/>
    <dgm:cxn modelId="{27965A73-371D-4A49-AB71-57B84EF5ED50}" type="presOf" srcId="{C35ADBF2-66FC-4D13-8302-959B384644CA}" destId="{98364516-E41C-46AC-A8D6-5D47B06D9BB7}" srcOrd="0" destOrd="0" presId="urn:microsoft.com/office/officeart/2008/layout/LinedList"/>
    <dgm:cxn modelId="{0A42F6A2-C35A-4F31-8C64-9DB2E9E73FC0}" type="presOf" srcId="{53D30873-F7F7-4C02-9866-8C4FE1294B48}" destId="{2FF2CC2F-B9F0-4BD6-AB03-54C121765DFA}" srcOrd="0" destOrd="0" presId="urn:microsoft.com/office/officeart/2008/layout/LinedList"/>
    <dgm:cxn modelId="{E75CB3E0-36B4-4622-B1FA-260AAE50C033}" type="presParOf" srcId="{98364516-E41C-46AC-A8D6-5D47B06D9BB7}" destId="{1A40DBB2-5CA3-4A6B-8230-1344ABABCE84}" srcOrd="0" destOrd="0" presId="urn:microsoft.com/office/officeart/2008/layout/LinedList"/>
    <dgm:cxn modelId="{A255C08B-42B0-4F15-86CD-51E6734CD75C}" type="presParOf" srcId="{98364516-E41C-46AC-A8D6-5D47B06D9BB7}" destId="{2024A93E-3B58-40B1-A06D-AF9269806EC4}" srcOrd="1" destOrd="0" presId="urn:microsoft.com/office/officeart/2008/layout/LinedList"/>
    <dgm:cxn modelId="{E497057C-D974-4363-A225-B0C5C5BE9B40}" type="presParOf" srcId="{2024A93E-3B58-40B1-A06D-AF9269806EC4}" destId="{2FF2CC2F-B9F0-4BD6-AB03-54C121765DFA}" srcOrd="0" destOrd="0" presId="urn:microsoft.com/office/officeart/2008/layout/LinedList"/>
    <dgm:cxn modelId="{C5B9ACC6-00BF-4F65-9BD0-61EDDE436CC6}" type="presParOf" srcId="{2024A93E-3B58-40B1-A06D-AF9269806EC4}" destId="{4388A618-2DD0-4415-90C5-46A51B57FFAC}" srcOrd="1" destOrd="0" presId="urn:microsoft.com/office/officeart/2008/layout/LinedList"/>
    <dgm:cxn modelId="{2FF0FB41-3BC9-42CB-B64A-768EAD1C8288}" type="presParOf" srcId="{98364516-E41C-46AC-A8D6-5D47B06D9BB7}" destId="{F08E4AA6-1CC1-43DA-819C-00D48435A05F}" srcOrd="2" destOrd="0" presId="urn:microsoft.com/office/officeart/2008/layout/LinedList"/>
    <dgm:cxn modelId="{60656E90-E1F1-433D-B66A-8B29A3D454F5}" type="presParOf" srcId="{98364516-E41C-46AC-A8D6-5D47B06D9BB7}" destId="{14E9BCC6-DFF8-4A94-8A01-725F379ED2AB}" srcOrd="3" destOrd="0" presId="urn:microsoft.com/office/officeart/2008/layout/LinedList"/>
    <dgm:cxn modelId="{D0B3341A-1AAB-4B6E-8CB6-31BB2C0971F3}" type="presParOf" srcId="{14E9BCC6-DFF8-4A94-8A01-725F379ED2AB}" destId="{2FB0B372-4B5B-4CB9-B140-BECB0250EADE}" srcOrd="0" destOrd="0" presId="urn:microsoft.com/office/officeart/2008/layout/LinedList"/>
    <dgm:cxn modelId="{B9AB96A2-9DEB-4ED6-A0E6-9F7ED63EA804}" type="presParOf" srcId="{14E9BCC6-DFF8-4A94-8A01-725F379ED2AB}" destId="{8605F9DE-F3AA-4851-986A-BB87D71C9A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21DBA6-4694-4435-86BF-F44B2B8765C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B01B12C-3913-4DA3-ACF5-B80E761FDDD5}">
      <dgm:prSet/>
      <dgm:spPr/>
      <dgm:t>
        <a:bodyPr/>
        <a:lstStyle/>
        <a:p>
          <a:r>
            <a:rPr lang="en-US" dirty="0"/>
            <a:t>International Bank </a:t>
          </a:r>
          <a:r>
            <a:rPr lang="en-US" b="0" i="0" dirty="0"/>
            <a:t>for Reconstruction and Development (IBRD)</a:t>
          </a:r>
          <a:r>
            <a:rPr lang="en-US" dirty="0"/>
            <a:t> </a:t>
          </a:r>
        </a:p>
      </dgm:t>
    </dgm:pt>
    <dgm:pt modelId="{E30C73D8-ECF2-4422-8C88-B692DCA8C189}" type="parTrans" cxnId="{6EBC705A-8B45-49C1-9B13-01F8F7E87AC1}">
      <dgm:prSet/>
      <dgm:spPr/>
      <dgm:t>
        <a:bodyPr/>
        <a:lstStyle/>
        <a:p>
          <a:endParaRPr lang="en-US"/>
        </a:p>
      </dgm:t>
    </dgm:pt>
    <dgm:pt modelId="{EA3E1DC9-2013-45EB-A4FF-D050BF48231B}" type="sibTrans" cxnId="{6EBC705A-8B45-49C1-9B13-01F8F7E87AC1}">
      <dgm:prSet/>
      <dgm:spPr/>
      <dgm:t>
        <a:bodyPr/>
        <a:lstStyle/>
        <a:p>
          <a:endParaRPr lang="en-US"/>
        </a:p>
      </dgm:t>
    </dgm:pt>
    <dgm:pt modelId="{72907189-D9FE-4123-B278-3F9FAE99860F}">
      <dgm:prSet/>
      <dgm:spPr/>
      <dgm:t>
        <a:bodyPr/>
        <a:lstStyle/>
        <a:p>
          <a:r>
            <a:rPr lang="en-US"/>
            <a:t>E-commerce companies</a:t>
          </a:r>
        </a:p>
      </dgm:t>
    </dgm:pt>
    <dgm:pt modelId="{7A4F5FC3-BE01-40DA-8A42-59324239D506}" type="parTrans" cxnId="{773CE075-78E6-46A5-9DAC-C50247B6122A}">
      <dgm:prSet/>
      <dgm:spPr/>
      <dgm:t>
        <a:bodyPr/>
        <a:lstStyle/>
        <a:p>
          <a:endParaRPr lang="en-US"/>
        </a:p>
      </dgm:t>
    </dgm:pt>
    <dgm:pt modelId="{A220531F-FA64-4485-AD80-5A9C353231ED}" type="sibTrans" cxnId="{773CE075-78E6-46A5-9DAC-C50247B6122A}">
      <dgm:prSet/>
      <dgm:spPr/>
      <dgm:t>
        <a:bodyPr/>
        <a:lstStyle/>
        <a:p>
          <a:endParaRPr lang="en-US"/>
        </a:p>
      </dgm:t>
    </dgm:pt>
    <dgm:pt modelId="{7C0FB42D-589F-4D89-A47D-09E178FDA3E2}" type="pres">
      <dgm:prSet presAssocID="{DE21DBA6-4694-4435-86BF-F44B2B8765C7}" presName="root" presStyleCnt="0">
        <dgm:presLayoutVars>
          <dgm:dir/>
          <dgm:resizeHandles val="exact"/>
        </dgm:presLayoutVars>
      </dgm:prSet>
      <dgm:spPr/>
    </dgm:pt>
    <dgm:pt modelId="{CA9EC71D-6B44-4F3A-BB12-0C48633309F4}" type="pres">
      <dgm:prSet presAssocID="{BB01B12C-3913-4DA3-ACF5-B80E761FDDD5}" presName="compNode" presStyleCnt="0"/>
      <dgm:spPr/>
    </dgm:pt>
    <dgm:pt modelId="{5BC556C4-AD42-4602-A18C-81E41644920E}" type="pres">
      <dgm:prSet presAssocID="{BB01B12C-3913-4DA3-ACF5-B80E761FDDD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70C2CAD-A23F-4F78-BFBE-82C29253EBF6}" type="pres">
      <dgm:prSet presAssocID="{BB01B12C-3913-4DA3-ACF5-B80E761FDDD5}" presName="spaceRect" presStyleCnt="0"/>
      <dgm:spPr/>
    </dgm:pt>
    <dgm:pt modelId="{91DBBB27-E4FB-4CCE-AAFF-4386ED9C4F3C}" type="pres">
      <dgm:prSet presAssocID="{BB01B12C-3913-4DA3-ACF5-B80E761FDDD5}" presName="textRect" presStyleLbl="revTx" presStyleIdx="0" presStyleCnt="2">
        <dgm:presLayoutVars>
          <dgm:chMax val="1"/>
          <dgm:chPref val="1"/>
        </dgm:presLayoutVars>
      </dgm:prSet>
      <dgm:spPr/>
    </dgm:pt>
    <dgm:pt modelId="{CC5850D2-19A3-4545-8795-7087B45B9163}" type="pres">
      <dgm:prSet presAssocID="{EA3E1DC9-2013-45EB-A4FF-D050BF48231B}" presName="sibTrans" presStyleCnt="0"/>
      <dgm:spPr/>
    </dgm:pt>
    <dgm:pt modelId="{171ECD0A-CE20-4042-BD35-CF544F16A045}" type="pres">
      <dgm:prSet presAssocID="{72907189-D9FE-4123-B278-3F9FAE99860F}" presName="compNode" presStyleCnt="0"/>
      <dgm:spPr/>
    </dgm:pt>
    <dgm:pt modelId="{61E4D137-8A8C-432E-B4AE-827BF9F8FE7F}" type="pres">
      <dgm:prSet presAssocID="{72907189-D9FE-4123-B278-3F9FAE9986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C67C6D1-2F09-4C7C-B4BD-DAEEF9F4F4C3}" type="pres">
      <dgm:prSet presAssocID="{72907189-D9FE-4123-B278-3F9FAE99860F}" presName="spaceRect" presStyleCnt="0"/>
      <dgm:spPr/>
    </dgm:pt>
    <dgm:pt modelId="{11AEE587-EB90-41A9-A2E5-2050BEB5853D}" type="pres">
      <dgm:prSet presAssocID="{72907189-D9FE-4123-B278-3F9FAE99860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73CE075-78E6-46A5-9DAC-C50247B6122A}" srcId="{DE21DBA6-4694-4435-86BF-F44B2B8765C7}" destId="{72907189-D9FE-4123-B278-3F9FAE99860F}" srcOrd="1" destOrd="0" parTransId="{7A4F5FC3-BE01-40DA-8A42-59324239D506}" sibTransId="{A220531F-FA64-4485-AD80-5A9C353231ED}"/>
    <dgm:cxn modelId="{6EBC705A-8B45-49C1-9B13-01F8F7E87AC1}" srcId="{DE21DBA6-4694-4435-86BF-F44B2B8765C7}" destId="{BB01B12C-3913-4DA3-ACF5-B80E761FDDD5}" srcOrd="0" destOrd="0" parTransId="{E30C73D8-ECF2-4422-8C88-B692DCA8C189}" sibTransId="{EA3E1DC9-2013-45EB-A4FF-D050BF48231B}"/>
    <dgm:cxn modelId="{BC3F8C8B-DF6F-40B4-B0FF-049CF2ABA44C}" type="presOf" srcId="{72907189-D9FE-4123-B278-3F9FAE99860F}" destId="{11AEE587-EB90-41A9-A2E5-2050BEB5853D}" srcOrd="0" destOrd="0" presId="urn:microsoft.com/office/officeart/2018/2/layout/IconLabelList"/>
    <dgm:cxn modelId="{3A78BCA1-7DEB-4575-97F0-6249033963FB}" type="presOf" srcId="{BB01B12C-3913-4DA3-ACF5-B80E761FDDD5}" destId="{91DBBB27-E4FB-4CCE-AAFF-4386ED9C4F3C}" srcOrd="0" destOrd="0" presId="urn:microsoft.com/office/officeart/2018/2/layout/IconLabelList"/>
    <dgm:cxn modelId="{964DDBB3-57AF-4FF2-9A9C-CEFE40AEDDBE}" type="presOf" srcId="{DE21DBA6-4694-4435-86BF-F44B2B8765C7}" destId="{7C0FB42D-589F-4D89-A47D-09E178FDA3E2}" srcOrd="0" destOrd="0" presId="urn:microsoft.com/office/officeart/2018/2/layout/IconLabelList"/>
    <dgm:cxn modelId="{2F152671-E3E7-4945-95AB-F19522647E2B}" type="presParOf" srcId="{7C0FB42D-589F-4D89-A47D-09E178FDA3E2}" destId="{CA9EC71D-6B44-4F3A-BB12-0C48633309F4}" srcOrd="0" destOrd="0" presId="urn:microsoft.com/office/officeart/2018/2/layout/IconLabelList"/>
    <dgm:cxn modelId="{830A7824-0FE3-4A93-B8C5-E1A27270924F}" type="presParOf" srcId="{CA9EC71D-6B44-4F3A-BB12-0C48633309F4}" destId="{5BC556C4-AD42-4602-A18C-81E41644920E}" srcOrd="0" destOrd="0" presId="urn:microsoft.com/office/officeart/2018/2/layout/IconLabelList"/>
    <dgm:cxn modelId="{D52499D3-B839-4BAD-BFE4-5914BCAFBE04}" type="presParOf" srcId="{CA9EC71D-6B44-4F3A-BB12-0C48633309F4}" destId="{270C2CAD-A23F-4F78-BFBE-82C29253EBF6}" srcOrd="1" destOrd="0" presId="urn:microsoft.com/office/officeart/2018/2/layout/IconLabelList"/>
    <dgm:cxn modelId="{4C4074E8-7779-4F51-A346-03FF6D675F3D}" type="presParOf" srcId="{CA9EC71D-6B44-4F3A-BB12-0C48633309F4}" destId="{91DBBB27-E4FB-4CCE-AAFF-4386ED9C4F3C}" srcOrd="2" destOrd="0" presId="urn:microsoft.com/office/officeart/2018/2/layout/IconLabelList"/>
    <dgm:cxn modelId="{618FA35A-0604-4325-A2D9-480513365BB2}" type="presParOf" srcId="{7C0FB42D-589F-4D89-A47D-09E178FDA3E2}" destId="{CC5850D2-19A3-4545-8795-7087B45B9163}" srcOrd="1" destOrd="0" presId="urn:microsoft.com/office/officeart/2018/2/layout/IconLabelList"/>
    <dgm:cxn modelId="{E50B2286-A8E2-43D1-AF03-4D0877A8D683}" type="presParOf" srcId="{7C0FB42D-589F-4D89-A47D-09E178FDA3E2}" destId="{171ECD0A-CE20-4042-BD35-CF544F16A045}" srcOrd="2" destOrd="0" presId="urn:microsoft.com/office/officeart/2018/2/layout/IconLabelList"/>
    <dgm:cxn modelId="{A99204F1-0AFA-4896-9534-91BF8149E53A}" type="presParOf" srcId="{171ECD0A-CE20-4042-BD35-CF544F16A045}" destId="{61E4D137-8A8C-432E-B4AE-827BF9F8FE7F}" srcOrd="0" destOrd="0" presId="urn:microsoft.com/office/officeart/2018/2/layout/IconLabelList"/>
    <dgm:cxn modelId="{A4B2ADBF-D3A0-416A-820E-A4A8953E6C54}" type="presParOf" srcId="{171ECD0A-CE20-4042-BD35-CF544F16A045}" destId="{2C67C6D1-2F09-4C7C-B4BD-DAEEF9F4F4C3}" srcOrd="1" destOrd="0" presId="urn:microsoft.com/office/officeart/2018/2/layout/IconLabelList"/>
    <dgm:cxn modelId="{9939E807-B65D-4C0D-BA2C-F9765B1507A0}" type="presParOf" srcId="{171ECD0A-CE20-4042-BD35-CF544F16A045}" destId="{11AEE587-EB90-41A9-A2E5-2050BEB5853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2EFA4E-DB98-4AF3-8169-EF6905217DF0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D3AD5EE-DB4E-4D19-A310-6CA547ABCA84}">
      <dgm:prSet/>
      <dgm:spPr/>
      <dgm:t>
        <a:bodyPr/>
        <a:lstStyle/>
        <a:p>
          <a:r>
            <a:rPr lang="en-US"/>
            <a:t>Logistic Regression</a:t>
          </a:r>
        </a:p>
      </dgm:t>
    </dgm:pt>
    <dgm:pt modelId="{0ACC4600-DF52-461C-99C5-1E4A86390C8B}" type="parTrans" cxnId="{DDE9B758-4C83-47B4-BBF3-4D0203663A87}">
      <dgm:prSet/>
      <dgm:spPr/>
      <dgm:t>
        <a:bodyPr/>
        <a:lstStyle/>
        <a:p>
          <a:endParaRPr lang="en-US"/>
        </a:p>
      </dgm:t>
    </dgm:pt>
    <dgm:pt modelId="{89B730D8-194E-479A-AA44-3473AE6E68E2}" type="sibTrans" cxnId="{DDE9B758-4C83-47B4-BBF3-4D0203663A87}">
      <dgm:prSet/>
      <dgm:spPr/>
      <dgm:t>
        <a:bodyPr/>
        <a:lstStyle/>
        <a:p>
          <a:endParaRPr lang="en-US"/>
        </a:p>
      </dgm:t>
    </dgm:pt>
    <dgm:pt modelId="{6CBC68AD-C4A3-4B16-ADD1-8265DB8E1440}">
      <dgm:prSet/>
      <dgm:spPr/>
      <dgm:t>
        <a:bodyPr/>
        <a:lstStyle/>
        <a:p>
          <a:r>
            <a:rPr lang="en-US"/>
            <a:t>Naïve Bayes</a:t>
          </a:r>
        </a:p>
      </dgm:t>
    </dgm:pt>
    <dgm:pt modelId="{27426139-85B0-442E-9676-23B9CE23AE50}" type="parTrans" cxnId="{C0EBDFA8-2438-40D5-9503-8DB8C66087B3}">
      <dgm:prSet/>
      <dgm:spPr/>
      <dgm:t>
        <a:bodyPr/>
        <a:lstStyle/>
        <a:p>
          <a:endParaRPr lang="en-US"/>
        </a:p>
      </dgm:t>
    </dgm:pt>
    <dgm:pt modelId="{3532EED3-158E-4413-BA1C-E910F726CB51}" type="sibTrans" cxnId="{C0EBDFA8-2438-40D5-9503-8DB8C66087B3}">
      <dgm:prSet/>
      <dgm:spPr/>
      <dgm:t>
        <a:bodyPr/>
        <a:lstStyle/>
        <a:p>
          <a:endParaRPr lang="en-US"/>
        </a:p>
      </dgm:t>
    </dgm:pt>
    <dgm:pt modelId="{E931C234-6769-42EA-AEC3-6BC4FF2D7A2D}">
      <dgm:prSet/>
      <dgm:spPr/>
      <dgm:t>
        <a:bodyPr/>
        <a:lstStyle/>
        <a:p>
          <a:r>
            <a:rPr lang="en-US"/>
            <a:t>Decision Tree</a:t>
          </a:r>
        </a:p>
      </dgm:t>
    </dgm:pt>
    <dgm:pt modelId="{8A44ACBC-A4EE-4844-8B7C-27C37469F475}" type="parTrans" cxnId="{EE8DB8AC-EF33-4A25-81FA-7024C948C15E}">
      <dgm:prSet/>
      <dgm:spPr/>
      <dgm:t>
        <a:bodyPr/>
        <a:lstStyle/>
        <a:p>
          <a:endParaRPr lang="en-US"/>
        </a:p>
      </dgm:t>
    </dgm:pt>
    <dgm:pt modelId="{E769A5B9-8748-4D05-97F7-922109807673}" type="sibTrans" cxnId="{EE8DB8AC-EF33-4A25-81FA-7024C948C15E}">
      <dgm:prSet/>
      <dgm:spPr/>
      <dgm:t>
        <a:bodyPr/>
        <a:lstStyle/>
        <a:p>
          <a:endParaRPr lang="en-US"/>
        </a:p>
      </dgm:t>
    </dgm:pt>
    <dgm:pt modelId="{20F7C137-2D37-4F2B-8BA9-4C276067D9D4}" type="pres">
      <dgm:prSet presAssocID="{C82EFA4E-DB98-4AF3-8169-EF6905217DF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E94501-FE28-4F4E-8250-4FC53FCD497A}" type="pres">
      <dgm:prSet presAssocID="{7D3AD5EE-DB4E-4D19-A310-6CA547ABCA84}" presName="root" presStyleCnt="0"/>
      <dgm:spPr/>
    </dgm:pt>
    <dgm:pt modelId="{419B59C1-CD92-4887-86B6-A36462E9D6D5}" type="pres">
      <dgm:prSet presAssocID="{7D3AD5EE-DB4E-4D19-A310-6CA547ABCA84}" presName="rootComposite" presStyleCnt="0"/>
      <dgm:spPr/>
    </dgm:pt>
    <dgm:pt modelId="{EE02E6D8-EABC-486F-9EDC-641F10CA79A3}" type="pres">
      <dgm:prSet presAssocID="{7D3AD5EE-DB4E-4D19-A310-6CA547ABCA84}" presName="rootText" presStyleLbl="node1" presStyleIdx="0" presStyleCnt="3"/>
      <dgm:spPr/>
    </dgm:pt>
    <dgm:pt modelId="{DFCF6134-0B1E-42EE-88AE-4916D10BF2B0}" type="pres">
      <dgm:prSet presAssocID="{7D3AD5EE-DB4E-4D19-A310-6CA547ABCA84}" presName="rootConnector" presStyleLbl="node1" presStyleIdx="0" presStyleCnt="3"/>
      <dgm:spPr/>
    </dgm:pt>
    <dgm:pt modelId="{3AC16F91-7EE4-4AD6-B4EC-EFCF213BC682}" type="pres">
      <dgm:prSet presAssocID="{7D3AD5EE-DB4E-4D19-A310-6CA547ABCA84}" presName="childShape" presStyleCnt="0"/>
      <dgm:spPr/>
    </dgm:pt>
    <dgm:pt modelId="{5319B983-B2C1-462F-B90F-2CA508057ECB}" type="pres">
      <dgm:prSet presAssocID="{6CBC68AD-C4A3-4B16-ADD1-8265DB8E1440}" presName="root" presStyleCnt="0"/>
      <dgm:spPr/>
    </dgm:pt>
    <dgm:pt modelId="{8C95D162-C7CE-42DF-A093-13B4C4145F48}" type="pres">
      <dgm:prSet presAssocID="{6CBC68AD-C4A3-4B16-ADD1-8265DB8E1440}" presName="rootComposite" presStyleCnt="0"/>
      <dgm:spPr/>
    </dgm:pt>
    <dgm:pt modelId="{2C167A88-A439-4814-BE48-639A6882550E}" type="pres">
      <dgm:prSet presAssocID="{6CBC68AD-C4A3-4B16-ADD1-8265DB8E1440}" presName="rootText" presStyleLbl="node1" presStyleIdx="1" presStyleCnt="3"/>
      <dgm:spPr/>
    </dgm:pt>
    <dgm:pt modelId="{CDC0BA74-50C1-4183-A19C-C966C41564A3}" type="pres">
      <dgm:prSet presAssocID="{6CBC68AD-C4A3-4B16-ADD1-8265DB8E1440}" presName="rootConnector" presStyleLbl="node1" presStyleIdx="1" presStyleCnt="3"/>
      <dgm:spPr/>
    </dgm:pt>
    <dgm:pt modelId="{F5EC12A3-8C1F-4885-A5AC-7358C7100E3F}" type="pres">
      <dgm:prSet presAssocID="{6CBC68AD-C4A3-4B16-ADD1-8265DB8E1440}" presName="childShape" presStyleCnt="0"/>
      <dgm:spPr/>
    </dgm:pt>
    <dgm:pt modelId="{B6E78F6B-688A-4210-89AF-43A7126B6B53}" type="pres">
      <dgm:prSet presAssocID="{E931C234-6769-42EA-AEC3-6BC4FF2D7A2D}" presName="root" presStyleCnt="0"/>
      <dgm:spPr/>
    </dgm:pt>
    <dgm:pt modelId="{583C9B5C-3029-4F2D-8246-2A4BAEDC7D99}" type="pres">
      <dgm:prSet presAssocID="{E931C234-6769-42EA-AEC3-6BC4FF2D7A2D}" presName="rootComposite" presStyleCnt="0"/>
      <dgm:spPr/>
    </dgm:pt>
    <dgm:pt modelId="{C6E18337-C2E2-4521-B4E2-67F4ECB6B955}" type="pres">
      <dgm:prSet presAssocID="{E931C234-6769-42EA-AEC3-6BC4FF2D7A2D}" presName="rootText" presStyleLbl="node1" presStyleIdx="2" presStyleCnt="3"/>
      <dgm:spPr/>
    </dgm:pt>
    <dgm:pt modelId="{53D6B80F-9891-4C2D-9EA2-32AA951196FF}" type="pres">
      <dgm:prSet presAssocID="{E931C234-6769-42EA-AEC3-6BC4FF2D7A2D}" presName="rootConnector" presStyleLbl="node1" presStyleIdx="2" presStyleCnt="3"/>
      <dgm:spPr/>
    </dgm:pt>
    <dgm:pt modelId="{A327B024-C8D0-4FAB-A1ED-2823DFE52A88}" type="pres">
      <dgm:prSet presAssocID="{E931C234-6769-42EA-AEC3-6BC4FF2D7A2D}" presName="childShape" presStyleCnt="0"/>
      <dgm:spPr/>
    </dgm:pt>
  </dgm:ptLst>
  <dgm:cxnLst>
    <dgm:cxn modelId="{0EB9B12D-FF05-48AB-A971-144F59C4E2FC}" type="presOf" srcId="{6CBC68AD-C4A3-4B16-ADD1-8265DB8E1440}" destId="{CDC0BA74-50C1-4183-A19C-C966C41564A3}" srcOrd="1" destOrd="0" presId="urn:microsoft.com/office/officeart/2005/8/layout/hierarchy3"/>
    <dgm:cxn modelId="{05AB784C-BD4A-46A8-9798-9BEBEF423416}" type="presOf" srcId="{E931C234-6769-42EA-AEC3-6BC4FF2D7A2D}" destId="{C6E18337-C2E2-4521-B4E2-67F4ECB6B955}" srcOrd="0" destOrd="0" presId="urn:microsoft.com/office/officeart/2005/8/layout/hierarchy3"/>
    <dgm:cxn modelId="{DDE9B758-4C83-47B4-BBF3-4D0203663A87}" srcId="{C82EFA4E-DB98-4AF3-8169-EF6905217DF0}" destId="{7D3AD5EE-DB4E-4D19-A310-6CA547ABCA84}" srcOrd="0" destOrd="0" parTransId="{0ACC4600-DF52-461C-99C5-1E4A86390C8B}" sibTransId="{89B730D8-194E-479A-AA44-3473AE6E68E2}"/>
    <dgm:cxn modelId="{E31B8697-9EF2-476A-905B-65F5FF062741}" type="presOf" srcId="{7D3AD5EE-DB4E-4D19-A310-6CA547ABCA84}" destId="{DFCF6134-0B1E-42EE-88AE-4916D10BF2B0}" srcOrd="1" destOrd="0" presId="urn:microsoft.com/office/officeart/2005/8/layout/hierarchy3"/>
    <dgm:cxn modelId="{3BB7089E-CA43-4539-AE9C-EF20E3711F99}" type="presOf" srcId="{C82EFA4E-DB98-4AF3-8169-EF6905217DF0}" destId="{20F7C137-2D37-4F2B-8BA9-4C276067D9D4}" srcOrd="0" destOrd="0" presId="urn:microsoft.com/office/officeart/2005/8/layout/hierarchy3"/>
    <dgm:cxn modelId="{90CFA6A4-432B-46A7-85CB-97A4552CEF32}" type="presOf" srcId="{E931C234-6769-42EA-AEC3-6BC4FF2D7A2D}" destId="{53D6B80F-9891-4C2D-9EA2-32AA951196FF}" srcOrd="1" destOrd="0" presId="urn:microsoft.com/office/officeart/2005/8/layout/hierarchy3"/>
    <dgm:cxn modelId="{C0EBDFA8-2438-40D5-9503-8DB8C66087B3}" srcId="{C82EFA4E-DB98-4AF3-8169-EF6905217DF0}" destId="{6CBC68AD-C4A3-4B16-ADD1-8265DB8E1440}" srcOrd="1" destOrd="0" parTransId="{27426139-85B0-442E-9676-23B9CE23AE50}" sibTransId="{3532EED3-158E-4413-BA1C-E910F726CB51}"/>
    <dgm:cxn modelId="{EE8DB8AC-EF33-4A25-81FA-7024C948C15E}" srcId="{C82EFA4E-DB98-4AF3-8169-EF6905217DF0}" destId="{E931C234-6769-42EA-AEC3-6BC4FF2D7A2D}" srcOrd="2" destOrd="0" parTransId="{8A44ACBC-A4EE-4844-8B7C-27C37469F475}" sibTransId="{E769A5B9-8748-4D05-97F7-922109807673}"/>
    <dgm:cxn modelId="{729CB4F5-8C09-43F2-8C1E-7C12C662CAF3}" type="presOf" srcId="{7D3AD5EE-DB4E-4D19-A310-6CA547ABCA84}" destId="{EE02E6D8-EABC-486F-9EDC-641F10CA79A3}" srcOrd="0" destOrd="0" presId="urn:microsoft.com/office/officeart/2005/8/layout/hierarchy3"/>
    <dgm:cxn modelId="{5E0F27FC-D070-4DEC-9222-B6B3D717DE46}" type="presOf" srcId="{6CBC68AD-C4A3-4B16-ADD1-8265DB8E1440}" destId="{2C167A88-A439-4814-BE48-639A6882550E}" srcOrd="0" destOrd="0" presId="urn:microsoft.com/office/officeart/2005/8/layout/hierarchy3"/>
    <dgm:cxn modelId="{945E7FAF-4A2E-47FC-8732-138F838BAB8A}" type="presParOf" srcId="{20F7C137-2D37-4F2B-8BA9-4C276067D9D4}" destId="{67E94501-FE28-4F4E-8250-4FC53FCD497A}" srcOrd="0" destOrd="0" presId="urn:microsoft.com/office/officeart/2005/8/layout/hierarchy3"/>
    <dgm:cxn modelId="{AC4789B3-D53F-4EC0-AD7D-612535C674DD}" type="presParOf" srcId="{67E94501-FE28-4F4E-8250-4FC53FCD497A}" destId="{419B59C1-CD92-4887-86B6-A36462E9D6D5}" srcOrd="0" destOrd="0" presId="urn:microsoft.com/office/officeart/2005/8/layout/hierarchy3"/>
    <dgm:cxn modelId="{34352471-5AE5-4B4C-96AD-D391A9580833}" type="presParOf" srcId="{419B59C1-CD92-4887-86B6-A36462E9D6D5}" destId="{EE02E6D8-EABC-486F-9EDC-641F10CA79A3}" srcOrd="0" destOrd="0" presId="urn:microsoft.com/office/officeart/2005/8/layout/hierarchy3"/>
    <dgm:cxn modelId="{7348FC3E-9BDB-414D-A5D3-C44BBD6CB235}" type="presParOf" srcId="{419B59C1-CD92-4887-86B6-A36462E9D6D5}" destId="{DFCF6134-0B1E-42EE-88AE-4916D10BF2B0}" srcOrd="1" destOrd="0" presId="urn:microsoft.com/office/officeart/2005/8/layout/hierarchy3"/>
    <dgm:cxn modelId="{2D1AE386-E24A-4149-B1AB-DB96237C20F4}" type="presParOf" srcId="{67E94501-FE28-4F4E-8250-4FC53FCD497A}" destId="{3AC16F91-7EE4-4AD6-B4EC-EFCF213BC682}" srcOrd="1" destOrd="0" presId="urn:microsoft.com/office/officeart/2005/8/layout/hierarchy3"/>
    <dgm:cxn modelId="{43A1CA24-46BD-4A6E-AB44-5CFC0355EF73}" type="presParOf" srcId="{20F7C137-2D37-4F2B-8BA9-4C276067D9D4}" destId="{5319B983-B2C1-462F-B90F-2CA508057ECB}" srcOrd="1" destOrd="0" presId="urn:microsoft.com/office/officeart/2005/8/layout/hierarchy3"/>
    <dgm:cxn modelId="{14E8F8E2-CCE5-44E7-9F7B-2709D29F8623}" type="presParOf" srcId="{5319B983-B2C1-462F-B90F-2CA508057ECB}" destId="{8C95D162-C7CE-42DF-A093-13B4C4145F48}" srcOrd="0" destOrd="0" presId="urn:microsoft.com/office/officeart/2005/8/layout/hierarchy3"/>
    <dgm:cxn modelId="{0A7E5324-448D-42BE-AEE8-6686F5117793}" type="presParOf" srcId="{8C95D162-C7CE-42DF-A093-13B4C4145F48}" destId="{2C167A88-A439-4814-BE48-639A6882550E}" srcOrd="0" destOrd="0" presId="urn:microsoft.com/office/officeart/2005/8/layout/hierarchy3"/>
    <dgm:cxn modelId="{5928CF9B-DD88-44EB-B2B2-0A8F838D5E6C}" type="presParOf" srcId="{8C95D162-C7CE-42DF-A093-13B4C4145F48}" destId="{CDC0BA74-50C1-4183-A19C-C966C41564A3}" srcOrd="1" destOrd="0" presId="urn:microsoft.com/office/officeart/2005/8/layout/hierarchy3"/>
    <dgm:cxn modelId="{29B6B9FD-B344-477B-954A-0164836FF405}" type="presParOf" srcId="{5319B983-B2C1-462F-B90F-2CA508057ECB}" destId="{F5EC12A3-8C1F-4885-A5AC-7358C7100E3F}" srcOrd="1" destOrd="0" presId="urn:microsoft.com/office/officeart/2005/8/layout/hierarchy3"/>
    <dgm:cxn modelId="{EE7829B5-8EAC-400F-A9F9-4EE4272FD9D6}" type="presParOf" srcId="{20F7C137-2D37-4F2B-8BA9-4C276067D9D4}" destId="{B6E78F6B-688A-4210-89AF-43A7126B6B53}" srcOrd="2" destOrd="0" presId="urn:microsoft.com/office/officeart/2005/8/layout/hierarchy3"/>
    <dgm:cxn modelId="{D705B688-FF20-4AA2-BB56-3F11DD23BF24}" type="presParOf" srcId="{B6E78F6B-688A-4210-89AF-43A7126B6B53}" destId="{583C9B5C-3029-4F2D-8246-2A4BAEDC7D99}" srcOrd="0" destOrd="0" presId="urn:microsoft.com/office/officeart/2005/8/layout/hierarchy3"/>
    <dgm:cxn modelId="{D5BDAA23-1DFC-4259-A7A3-306A04577E5D}" type="presParOf" srcId="{583C9B5C-3029-4F2D-8246-2A4BAEDC7D99}" destId="{C6E18337-C2E2-4521-B4E2-67F4ECB6B955}" srcOrd="0" destOrd="0" presId="urn:microsoft.com/office/officeart/2005/8/layout/hierarchy3"/>
    <dgm:cxn modelId="{F2EEBDB3-01BA-4727-95F3-3C5C83D63A6F}" type="presParOf" srcId="{583C9B5C-3029-4F2D-8246-2A4BAEDC7D99}" destId="{53D6B80F-9891-4C2D-9EA2-32AA951196FF}" srcOrd="1" destOrd="0" presId="urn:microsoft.com/office/officeart/2005/8/layout/hierarchy3"/>
    <dgm:cxn modelId="{61FE8E79-0C69-40DA-9041-E54F9DC15C84}" type="presParOf" srcId="{B6E78F6B-688A-4210-89AF-43A7126B6B53}" destId="{A327B024-C8D0-4FAB-A1ED-2823DFE52A8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D32EDA-528C-4C5F-AB9E-CEFED1EEAAE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9AAA6F9-E10D-45FA-B077-56223A8611AD}">
      <dgm:prSet/>
      <dgm:spPr/>
      <dgm:t>
        <a:bodyPr/>
        <a:lstStyle/>
        <a:p>
          <a:r>
            <a:rPr lang="en-US"/>
            <a:t>Up sampling of minority class</a:t>
          </a:r>
        </a:p>
      </dgm:t>
    </dgm:pt>
    <dgm:pt modelId="{6AFC6F23-08BE-4E2C-9347-1C1D3F311BC8}" type="parTrans" cxnId="{4CFA80D7-4A25-4101-AA06-047A015FFB1B}">
      <dgm:prSet/>
      <dgm:spPr/>
      <dgm:t>
        <a:bodyPr/>
        <a:lstStyle/>
        <a:p>
          <a:endParaRPr lang="en-US"/>
        </a:p>
      </dgm:t>
    </dgm:pt>
    <dgm:pt modelId="{F632C97A-D3A0-41B8-A9C1-7344731B915D}" type="sibTrans" cxnId="{4CFA80D7-4A25-4101-AA06-047A015FFB1B}">
      <dgm:prSet/>
      <dgm:spPr/>
      <dgm:t>
        <a:bodyPr/>
        <a:lstStyle/>
        <a:p>
          <a:endParaRPr lang="en-US"/>
        </a:p>
      </dgm:t>
    </dgm:pt>
    <dgm:pt modelId="{817AA058-EDA3-439D-993F-DD8DE9E864C6}">
      <dgm:prSet/>
      <dgm:spPr/>
      <dgm:t>
        <a:bodyPr/>
        <a:lstStyle/>
        <a:p>
          <a:r>
            <a:rPr lang="en-US"/>
            <a:t>Down sampling of majority class</a:t>
          </a:r>
        </a:p>
      </dgm:t>
    </dgm:pt>
    <dgm:pt modelId="{DDB61E9B-3D08-4EA9-A5DF-834805896644}" type="parTrans" cxnId="{EFB6B63D-84F8-4539-99B9-AC55D03716FF}">
      <dgm:prSet/>
      <dgm:spPr/>
      <dgm:t>
        <a:bodyPr/>
        <a:lstStyle/>
        <a:p>
          <a:endParaRPr lang="en-US"/>
        </a:p>
      </dgm:t>
    </dgm:pt>
    <dgm:pt modelId="{5B17A2EB-63AF-4DF4-B21D-22FAD215876A}" type="sibTrans" cxnId="{EFB6B63D-84F8-4539-99B9-AC55D03716FF}">
      <dgm:prSet/>
      <dgm:spPr/>
      <dgm:t>
        <a:bodyPr/>
        <a:lstStyle/>
        <a:p>
          <a:endParaRPr lang="en-US"/>
        </a:p>
      </dgm:t>
    </dgm:pt>
    <dgm:pt modelId="{BAE4B131-21D8-4979-ACA0-E7C89E0A5F64}">
      <dgm:prSet/>
      <dgm:spPr/>
      <dgm:t>
        <a:bodyPr/>
        <a:lstStyle/>
        <a:p>
          <a:r>
            <a:rPr lang="en-US" dirty="0"/>
            <a:t>Synthetic Minority Oversampling Technique, SMOTE</a:t>
          </a:r>
        </a:p>
      </dgm:t>
    </dgm:pt>
    <dgm:pt modelId="{2C20872D-955C-4949-9FEE-9250893E6F6D}" type="parTrans" cxnId="{1EBACCEF-2F57-4A43-95B9-FBF6809DD892}">
      <dgm:prSet/>
      <dgm:spPr/>
      <dgm:t>
        <a:bodyPr/>
        <a:lstStyle/>
        <a:p>
          <a:endParaRPr lang="en-US"/>
        </a:p>
      </dgm:t>
    </dgm:pt>
    <dgm:pt modelId="{6C617246-5692-4921-9D90-26894E3794E3}" type="sibTrans" cxnId="{1EBACCEF-2F57-4A43-95B9-FBF6809DD892}">
      <dgm:prSet/>
      <dgm:spPr/>
      <dgm:t>
        <a:bodyPr/>
        <a:lstStyle/>
        <a:p>
          <a:endParaRPr lang="en-US"/>
        </a:p>
      </dgm:t>
    </dgm:pt>
    <dgm:pt modelId="{6CE19366-DDAE-4611-B749-24EECE037171}" type="pres">
      <dgm:prSet presAssocID="{8DD32EDA-528C-4C5F-AB9E-CEFED1EEAAE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6D9D808-9823-48D5-818F-8F0CF71A7852}" type="pres">
      <dgm:prSet presAssocID="{09AAA6F9-E10D-45FA-B077-56223A8611AD}" presName="hierRoot1" presStyleCnt="0"/>
      <dgm:spPr/>
    </dgm:pt>
    <dgm:pt modelId="{5948DAA6-72E3-48D3-A966-DC4F6DC26F98}" type="pres">
      <dgm:prSet presAssocID="{09AAA6F9-E10D-45FA-B077-56223A8611AD}" presName="composite" presStyleCnt="0"/>
      <dgm:spPr/>
    </dgm:pt>
    <dgm:pt modelId="{4E6DF388-5D4B-42AF-BEFA-5F641CDCF19E}" type="pres">
      <dgm:prSet presAssocID="{09AAA6F9-E10D-45FA-B077-56223A8611AD}" presName="background" presStyleLbl="node0" presStyleIdx="0" presStyleCnt="3"/>
      <dgm:spPr/>
    </dgm:pt>
    <dgm:pt modelId="{9354BB85-535F-4F42-B530-92ADF61F99CF}" type="pres">
      <dgm:prSet presAssocID="{09AAA6F9-E10D-45FA-B077-56223A8611AD}" presName="text" presStyleLbl="fgAcc0" presStyleIdx="0" presStyleCnt="3">
        <dgm:presLayoutVars>
          <dgm:chPref val="3"/>
        </dgm:presLayoutVars>
      </dgm:prSet>
      <dgm:spPr/>
    </dgm:pt>
    <dgm:pt modelId="{8F8CD2F3-A079-44A2-820C-28DB641125C1}" type="pres">
      <dgm:prSet presAssocID="{09AAA6F9-E10D-45FA-B077-56223A8611AD}" presName="hierChild2" presStyleCnt="0"/>
      <dgm:spPr/>
    </dgm:pt>
    <dgm:pt modelId="{7D273DBE-CE79-4950-89B7-117765FFB24A}" type="pres">
      <dgm:prSet presAssocID="{817AA058-EDA3-439D-993F-DD8DE9E864C6}" presName="hierRoot1" presStyleCnt="0"/>
      <dgm:spPr/>
    </dgm:pt>
    <dgm:pt modelId="{A2D22483-8EDC-4F5B-B629-F5690A77D742}" type="pres">
      <dgm:prSet presAssocID="{817AA058-EDA3-439D-993F-DD8DE9E864C6}" presName="composite" presStyleCnt="0"/>
      <dgm:spPr/>
    </dgm:pt>
    <dgm:pt modelId="{02C04359-51C6-4C16-87EB-4507374CA8DA}" type="pres">
      <dgm:prSet presAssocID="{817AA058-EDA3-439D-993F-DD8DE9E864C6}" presName="background" presStyleLbl="node0" presStyleIdx="1" presStyleCnt="3"/>
      <dgm:spPr/>
    </dgm:pt>
    <dgm:pt modelId="{F6480471-AF9D-433E-98D3-B9E049F6F193}" type="pres">
      <dgm:prSet presAssocID="{817AA058-EDA3-439D-993F-DD8DE9E864C6}" presName="text" presStyleLbl="fgAcc0" presStyleIdx="1" presStyleCnt="3">
        <dgm:presLayoutVars>
          <dgm:chPref val="3"/>
        </dgm:presLayoutVars>
      </dgm:prSet>
      <dgm:spPr/>
    </dgm:pt>
    <dgm:pt modelId="{92A0C062-E8DB-46EA-BCCD-E71AF239EFD4}" type="pres">
      <dgm:prSet presAssocID="{817AA058-EDA3-439D-993F-DD8DE9E864C6}" presName="hierChild2" presStyleCnt="0"/>
      <dgm:spPr/>
    </dgm:pt>
    <dgm:pt modelId="{24EC6DBB-8587-4BF0-814E-5FFC6A06173F}" type="pres">
      <dgm:prSet presAssocID="{BAE4B131-21D8-4979-ACA0-E7C89E0A5F64}" presName="hierRoot1" presStyleCnt="0"/>
      <dgm:spPr/>
    </dgm:pt>
    <dgm:pt modelId="{46AE64AE-44D6-4095-A203-4D6DB310D6EA}" type="pres">
      <dgm:prSet presAssocID="{BAE4B131-21D8-4979-ACA0-E7C89E0A5F64}" presName="composite" presStyleCnt="0"/>
      <dgm:spPr/>
    </dgm:pt>
    <dgm:pt modelId="{954CA373-F3D5-4990-85A7-E54C4E7EC97F}" type="pres">
      <dgm:prSet presAssocID="{BAE4B131-21D8-4979-ACA0-E7C89E0A5F64}" presName="background" presStyleLbl="node0" presStyleIdx="2" presStyleCnt="3"/>
      <dgm:spPr/>
    </dgm:pt>
    <dgm:pt modelId="{0B8A316E-4FAB-4ECE-844A-CBB2B9475F19}" type="pres">
      <dgm:prSet presAssocID="{BAE4B131-21D8-4979-ACA0-E7C89E0A5F64}" presName="text" presStyleLbl="fgAcc0" presStyleIdx="2" presStyleCnt="3">
        <dgm:presLayoutVars>
          <dgm:chPref val="3"/>
        </dgm:presLayoutVars>
      </dgm:prSet>
      <dgm:spPr/>
    </dgm:pt>
    <dgm:pt modelId="{D8279A8A-7F46-4769-A4B4-F9BA16EC6FF1}" type="pres">
      <dgm:prSet presAssocID="{BAE4B131-21D8-4979-ACA0-E7C89E0A5F64}" presName="hierChild2" presStyleCnt="0"/>
      <dgm:spPr/>
    </dgm:pt>
  </dgm:ptLst>
  <dgm:cxnLst>
    <dgm:cxn modelId="{C2F28B1D-1D91-4FF7-958F-D035C1AEB17A}" type="presOf" srcId="{8DD32EDA-528C-4C5F-AB9E-CEFED1EEAAE3}" destId="{6CE19366-DDAE-4611-B749-24EECE037171}" srcOrd="0" destOrd="0" presId="urn:microsoft.com/office/officeart/2005/8/layout/hierarchy1"/>
    <dgm:cxn modelId="{EFB6B63D-84F8-4539-99B9-AC55D03716FF}" srcId="{8DD32EDA-528C-4C5F-AB9E-CEFED1EEAAE3}" destId="{817AA058-EDA3-439D-993F-DD8DE9E864C6}" srcOrd="1" destOrd="0" parTransId="{DDB61E9B-3D08-4EA9-A5DF-834805896644}" sibTransId="{5B17A2EB-63AF-4DF4-B21D-22FAD215876A}"/>
    <dgm:cxn modelId="{86A4E86B-D04D-4956-8B36-8D3CB0F112B5}" type="presOf" srcId="{09AAA6F9-E10D-45FA-B077-56223A8611AD}" destId="{9354BB85-535F-4F42-B530-92ADF61F99CF}" srcOrd="0" destOrd="0" presId="urn:microsoft.com/office/officeart/2005/8/layout/hierarchy1"/>
    <dgm:cxn modelId="{E953CE5A-F7EA-4426-9F67-48ADD42241CC}" type="presOf" srcId="{BAE4B131-21D8-4979-ACA0-E7C89E0A5F64}" destId="{0B8A316E-4FAB-4ECE-844A-CBB2B9475F19}" srcOrd="0" destOrd="0" presId="urn:microsoft.com/office/officeart/2005/8/layout/hierarchy1"/>
    <dgm:cxn modelId="{4CFA80D7-4A25-4101-AA06-047A015FFB1B}" srcId="{8DD32EDA-528C-4C5F-AB9E-CEFED1EEAAE3}" destId="{09AAA6F9-E10D-45FA-B077-56223A8611AD}" srcOrd="0" destOrd="0" parTransId="{6AFC6F23-08BE-4E2C-9347-1C1D3F311BC8}" sibTransId="{F632C97A-D3A0-41B8-A9C1-7344731B915D}"/>
    <dgm:cxn modelId="{08CC2CE2-86AC-4604-ACE0-D54C0D97515B}" type="presOf" srcId="{817AA058-EDA3-439D-993F-DD8DE9E864C6}" destId="{F6480471-AF9D-433E-98D3-B9E049F6F193}" srcOrd="0" destOrd="0" presId="urn:microsoft.com/office/officeart/2005/8/layout/hierarchy1"/>
    <dgm:cxn modelId="{1EBACCEF-2F57-4A43-95B9-FBF6809DD892}" srcId="{8DD32EDA-528C-4C5F-AB9E-CEFED1EEAAE3}" destId="{BAE4B131-21D8-4979-ACA0-E7C89E0A5F64}" srcOrd="2" destOrd="0" parTransId="{2C20872D-955C-4949-9FEE-9250893E6F6D}" sibTransId="{6C617246-5692-4921-9D90-26894E3794E3}"/>
    <dgm:cxn modelId="{675144DF-01FF-4CB4-BF58-CF3F3BB9B589}" type="presParOf" srcId="{6CE19366-DDAE-4611-B749-24EECE037171}" destId="{26D9D808-9823-48D5-818F-8F0CF71A7852}" srcOrd="0" destOrd="0" presId="urn:microsoft.com/office/officeart/2005/8/layout/hierarchy1"/>
    <dgm:cxn modelId="{E50089E3-7106-4E38-AA45-7619D720FC12}" type="presParOf" srcId="{26D9D808-9823-48D5-818F-8F0CF71A7852}" destId="{5948DAA6-72E3-48D3-A966-DC4F6DC26F98}" srcOrd="0" destOrd="0" presId="urn:microsoft.com/office/officeart/2005/8/layout/hierarchy1"/>
    <dgm:cxn modelId="{D11A0B75-F3D2-4708-8737-46273851413A}" type="presParOf" srcId="{5948DAA6-72E3-48D3-A966-DC4F6DC26F98}" destId="{4E6DF388-5D4B-42AF-BEFA-5F641CDCF19E}" srcOrd="0" destOrd="0" presId="urn:microsoft.com/office/officeart/2005/8/layout/hierarchy1"/>
    <dgm:cxn modelId="{DEE90509-B7C9-4FF3-AA22-BA047418FCF8}" type="presParOf" srcId="{5948DAA6-72E3-48D3-A966-DC4F6DC26F98}" destId="{9354BB85-535F-4F42-B530-92ADF61F99CF}" srcOrd="1" destOrd="0" presId="urn:microsoft.com/office/officeart/2005/8/layout/hierarchy1"/>
    <dgm:cxn modelId="{23BB7706-6F13-4E7A-81F3-6744CC187D9A}" type="presParOf" srcId="{26D9D808-9823-48D5-818F-8F0CF71A7852}" destId="{8F8CD2F3-A079-44A2-820C-28DB641125C1}" srcOrd="1" destOrd="0" presId="urn:microsoft.com/office/officeart/2005/8/layout/hierarchy1"/>
    <dgm:cxn modelId="{896E8FEE-F6BC-4E51-A4B2-5423DB9269D8}" type="presParOf" srcId="{6CE19366-DDAE-4611-B749-24EECE037171}" destId="{7D273DBE-CE79-4950-89B7-117765FFB24A}" srcOrd="1" destOrd="0" presId="urn:microsoft.com/office/officeart/2005/8/layout/hierarchy1"/>
    <dgm:cxn modelId="{DAEC75AF-ACD2-4A40-A328-4274C1B809EF}" type="presParOf" srcId="{7D273DBE-CE79-4950-89B7-117765FFB24A}" destId="{A2D22483-8EDC-4F5B-B629-F5690A77D742}" srcOrd="0" destOrd="0" presId="urn:microsoft.com/office/officeart/2005/8/layout/hierarchy1"/>
    <dgm:cxn modelId="{6207693E-0951-41C8-A58E-E191F3D1B453}" type="presParOf" srcId="{A2D22483-8EDC-4F5B-B629-F5690A77D742}" destId="{02C04359-51C6-4C16-87EB-4507374CA8DA}" srcOrd="0" destOrd="0" presId="urn:microsoft.com/office/officeart/2005/8/layout/hierarchy1"/>
    <dgm:cxn modelId="{B5DDAA3A-1F84-498D-90F8-E5711FDEF43A}" type="presParOf" srcId="{A2D22483-8EDC-4F5B-B629-F5690A77D742}" destId="{F6480471-AF9D-433E-98D3-B9E049F6F193}" srcOrd="1" destOrd="0" presId="urn:microsoft.com/office/officeart/2005/8/layout/hierarchy1"/>
    <dgm:cxn modelId="{CB1985EB-2CDE-4136-869D-6BF85B035924}" type="presParOf" srcId="{7D273DBE-CE79-4950-89B7-117765FFB24A}" destId="{92A0C062-E8DB-46EA-BCCD-E71AF239EFD4}" srcOrd="1" destOrd="0" presId="urn:microsoft.com/office/officeart/2005/8/layout/hierarchy1"/>
    <dgm:cxn modelId="{A18E6D98-FFB6-4630-B440-2AB58B587887}" type="presParOf" srcId="{6CE19366-DDAE-4611-B749-24EECE037171}" destId="{24EC6DBB-8587-4BF0-814E-5FFC6A06173F}" srcOrd="2" destOrd="0" presId="urn:microsoft.com/office/officeart/2005/8/layout/hierarchy1"/>
    <dgm:cxn modelId="{C4F4FBE8-0224-487E-BB9D-02596315DE09}" type="presParOf" srcId="{24EC6DBB-8587-4BF0-814E-5FFC6A06173F}" destId="{46AE64AE-44D6-4095-A203-4D6DB310D6EA}" srcOrd="0" destOrd="0" presId="urn:microsoft.com/office/officeart/2005/8/layout/hierarchy1"/>
    <dgm:cxn modelId="{15ED7997-6BB5-4260-AD37-0DB5AB13958C}" type="presParOf" srcId="{46AE64AE-44D6-4095-A203-4D6DB310D6EA}" destId="{954CA373-F3D5-4990-85A7-E54C4E7EC97F}" srcOrd="0" destOrd="0" presId="urn:microsoft.com/office/officeart/2005/8/layout/hierarchy1"/>
    <dgm:cxn modelId="{0378B206-F0F6-4AFD-B8A6-817AE5B4F7B7}" type="presParOf" srcId="{46AE64AE-44D6-4095-A203-4D6DB310D6EA}" destId="{0B8A316E-4FAB-4ECE-844A-CBB2B9475F19}" srcOrd="1" destOrd="0" presId="urn:microsoft.com/office/officeart/2005/8/layout/hierarchy1"/>
    <dgm:cxn modelId="{0FCF8A28-23DB-42A0-9EFF-68EE08AD97C7}" type="presParOf" srcId="{24EC6DBB-8587-4BF0-814E-5FFC6A06173F}" destId="{D8279A8A-7F46-4769-A4B4-F9BA16EC6F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B84AC-D4AC-40DD-93A9-34D3D1B238C8}">
      <dsp:nvSpPr>
        <dsp:cNvPr id="0" name=""/>
        <dsp:cNvSpPr/>
      </dsp:nvSpPr>
      <dsp:spPr>
        <a:xfrm>
          <a:off x="2614981" y="70912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751961"/>
        <a:ext cx="28878" cy="5775"/>
      </dsp:txXfrm>
    </dsp:sp>
    <dsp:sp modelId="{A3793FD8-D34E-474D-B4F4-3971B5BFF1BF}">
      <dsp:nvSpPr>
        <dsp:cNvPr id="0" name=""/>
        <dsp:cNvSpPr/>
      </dsp:nvSpPr>
      <dsp:spPr>
        <a:xfrm>
          <a:off x="105624" y="1502"/>
          <a:ext cx="2511156" cy="15066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Problem Background</a:t>
          </a:r>
        </a:p>
      </dsp:txBody>
      <dsp:txXfrm>
        <a:off x="105624" y="1502"/>
        <a:ext cx="2511156" cy="1506693"/>
      </dsp:txXfrm>
    </dsp:sp>
    <dsp:sp modelId="{479160D2-4F5F-4579-AB7D-6186725534DB}">
      <dsp:nvSpPr>
        <dsp:cNvPr id="0" name=""/>
        <dsp:cNvSpPr/>
      </dsp:nvSpPr>
      <dsp:spPr>
        <a:xfrm>
          <a:off x="1361202" y="150639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1776991"/>
        <a:ext cx="157112" cy="5775"/>
      </dsp:txXfrm>
    </dsp:sp>
    <dsp:sp modelId="{D326BBD0-62A0-4AC5-8B7F-529645E2D679}">
      <dsp:nvSpPr>
        <dsp:cNvPr id="0" name=""/>
        <dsp:cNvSpPr/>
      </dsp:nvSpPr>
      <dsp:spPr>
        <a:xfrm>
          <a:off x="3194346" y="1502"/>
          <a:ext cx="2511156" cy="15066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b="1" i="0" kern="1200" dirty="0"/>
            <a:t>Exploratory Data Analysis</a:t>
          </a:r>
          <a:endParaRPr lang="en-US" sz="2900" kern="1200" dirty="0"/>
        </a:p>
      </dsp:txBody>
      <dsp:txXfrm>
        <a:off x="3194346" y="1502"/>
        <a:ext cx="2511156" cy="1506693"/>
      </dsp:txXfrm>
    </dsp:sp>
    <dsp:sp modelId="{52B475F1-9B38-4020-A23C-21E2FE385DDA}">
      <dsp:nvSpPr>
        <dsp:cNvPr id="0" name=""/>
        <dsp:cNvSpPr/>
      </dsp:nvSpPr>
      <dsp:spPr>
        <a:xfrm>
          <a:off x="2614981" y="279338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2836221"/>
        <a:ext cx="28878" cy="5775"/>
      </dsp:txXfrm>
    </dsp:sp>
    <dsp:sp modelId="{C33BC38C-6ED6-486E-8162-9E39EB79CCFB}">
      <dsp:nvSpPr>
        <dsp:cNvPr id="0" name=""/>
        <dsp:cNvSpPr/>
      </dsp:nvSpPr>
      <dsp:spPr>
        <a:xfrm>
          <a:off x="105624" y="2085762"/>
          <a:ext cx="2511156" cy="15066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ML Model and sampling methods</a:t>
          </a:r>
        </a:p>
      </dsp:txBody>
      <dsp:txXfrm>
        <a:off x="105624" y="2085762"/>
        <a:ext cx="2511156" cy="1506693"/>
      </dsp:txXfrm>
    </dsp:sp>
    <dsp:sp modelId="{D3CAFE18-46E0-41DB-9FD9-9CC3B07C0A29}">
      <dsp:nvSpPr>
        <dsp:cNvPr id="0" name=""/>
        <dsp:cNvSpPr/>
      </dsp:nvSpPr>
      <dsp:spPr>
        <a:xfrm>
          <a:off x="1361202" y="359065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3861251"/>
        <a:ext cx="157112" cy="5775"/>
      </dsp:txXfrm>
    </dsp:sp>
    <dsp:sp modelId="{E7C1A514-6E8C-4174-8C1B-F687BA88DD99}">
      <dsp:nvSpPr>
        <dsp:cNvPr id="0" name=""/>
        <dsp:cNvSpPr/>
      </dsp:nvSpPr>
      <dsp:spPr>
        <a:xfrm>
          <a:off x="3194346" y="2085762"/>
          <a:ext cx="2511156" cy="15066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Parameter tuning</a:t>
          </a:r>
        </a:p>
      </dsp:txBody>
      <dsp:txXfrm>
        <a:off x="3194346" y="2085762"/>
        <a:ext cx="2511156" cy="1506693"/>
      </dsp:txXfrm>
    </dsp:sp>
    <dsp:sp modelId="{A0C8BCAA-0D70-4440-B840-404233018C59}">
      <dsp:nvSpPr>
        <dsp:cNvPr id="0" name=""/>
        <dsp:cNvSpPr/>
      </dsp:nvSpPr>
      <dsp:spPr>
        <a:xfrm>
          <a:off x="2614981" y="487764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4920481"/>
        <a:ext cx="28878" cy="5775"/>
      </dsp:txXfrm>
    </dsp:sp>
    <dsp:sp modelId="{F511A599-2A83-4FA0-9710-F0E4799B494B}">
      <dsp:nvSpPr>
        <dsp:cNvPr id="0" name=""/>
        <dsp:cNvSpPr/>
      </dsp:nvSpPr>
      <dsp:spPr>
        <a:xfrm>
          <a:off x="105624" y="4170022"/>
          <a:ext cx="2511156" cy="15066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Conclusion</a:t>
          </a:r>
        </a:p>
      </dsp:txBody>
      <dsp:txXfrm>
        <a:off x="105624" y="4170022"/>
        <a:ext cx="2511156" cy="1506693"/>
      </dsp:txXfrm>
    </dsp:sp>
    <dsp:sp modelId="{18209826-C098-4036-B730-0A5D5B51A595}">
      <dsp:nvSpPr>
        <dsp:cNvPr id="0" name=""/>
        <dsp:cNvSpPr/>
      </dsp:nvSpPr>
      <dsp:spPr>
        <a:xfrm>
          <a:off x="3194346" y="4170022"/>
          <a:ext cx="2511156" cy="15066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Future Work</a:t>
          </a:r>
        </a:p>
      </dsp:txBody>
      <dsp:txXfrm>
        <a:off x="3194346" y="4170022"/>
        <a:ext cx="2511156" cy="15066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0DBB2-5CA3-4A6B-8230-1344ABABCE84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2CC2F-B9F0-4BD6-AB03-54C121765DFA}">
      <dsp:nvSpPr>
        <dsp:cNvPr id="0" name=""/>
        <dsp:cNvSpPr/>
      </dsp:nvSpPr>
      <dsp:spPr>
        <a:xfrm>
          <a:off x="0" y="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The Bank wants to prevent fraud transactions from occurring. Early detection is required to ensure that the wrong transaction will not happen. </a:t>
          </a:r>
        </a:p>
      </dsp:txBody>
      <dsp:txXfrm>
        <a:off x="0" y="0"/>
        <a:ext cx="6900512" cy="2768070"/>
      </dsp:txXfrm>
    </dsp:sp>
    <dsp:sp modelId="{F08E4AA6-1CC1-43DA-819C-00D48435A05F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0B372-4B5B-4CB9-B140-BECB0250EADE}">
      <dsp:nvSpPr>
        <dsp:cNvPr id="0" name=""/>
        <dsp:cNvSpPr/>
      </dsp:nvSpPr>
      <dsp:spPr>
        <a:xfrm>
          <a:off x="0" y="276807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Fraud must be detected when online payment is made.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 dirty="0"/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Find a suitable </a:t>
          </a:r>
          <a:r>
            <a:rPr lang="en-US" sz="2700" b="1" kern="1200" dirty="0"/>
            <a:t>classification model </a:t>
          </a:r>
          <a:r>
            <a:rPr lang="en-US" sz="2700" kern="1200" dirty="0"/>
            <a:t>to predict fraud transaction based on given information of the online payment.</a:t>
          </a:r>
        </a:p>
      </dsp:txBody>
      <dsp:txXfrm>
        <a:off x="0" y="2768070"/>
        <a:ext cx="6900512" cy="27680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556C4-AD42-4602-A18C-81E41644920E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BBB27-E4FB-4CCE-AAFF-4386ED9C4F3C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International Bank </a:t>
          </a:r>
          <a:r>
            <a:rPr lang="en-US" sz="2200" b="0" i="0" kern="1200" dirty="0"/>
            <a:t>for Reconstruction and Development (IBRD)</a:t>
          </a:r>
          <a:r>
            <a:rPr lang="en-US" sz="2200" kern="1200" dirty="0"/>
            <a:t> </a:t>
          </a:r>
        </a:p>
      </dsp:txBody>
      <dsp:txXfrm>
        <a:off x="765914" y="2943510"/>
        <a:ext cx="4320000" cy="720000"/>
      </dsp:txXfrm>
    </dsp:sp>
    <dsp:sp modelId="{61E4D137-8A8C-432E-B4AE-827BF9F8FE7F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EE587-EB90-41A9-A2E5-2050BEB5853D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E-commerce companies</a:t>
          </a:r>
        </a:p>
      </dsp:txBody>
      <dsp:txXfrm>
        <a:off x="5841914" y="2943510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02E6D8-EABC-486F-9EDC-641F10CA79A3}">
      <dsp:nvSpPr>
        <dsp:cNvPr id="0" name=""/>
        <dsp:cNvSpPr/>
      </dsp:nvSpPr>
      <dsp:spPr>
        <a:xfrm>
          <a:off x="1225" y="1002141"/>
          <a:ext cx="2867720" cy="14338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Logistic Regression</a:t>
          </a:r>
        </a:p>
      </dsp:txBody>
      <dsp:txXfrm>
        <a:off x="43221" y="1044137"/>
        <a:ext cx="2783728" cy="1349868"/>
      </dsp:txXfrm>
    </dsp:sp>
    <dsp:sp modelId="{2C167A88-A439-4814-BE48-639A6882550E}">
      <dsp:nvSpPr>
        <dsp:cNvPr id="0" name=""/>
        <dsp:cNvSpPr/>
      </dsp:nvSpPr>
      <dsp:spPr>
        <a:xfrm>
          <a:off x="3585875" y="1002141"/>
          <a:ext cx="2867720" cy="14338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Naïve Bayes</a:t>
          </a:r>
        </a:p>
      </dsp:txBody>
      <dsp:txXfrm>
        <a:off x="3627871" y="1044137"/>
        <a:ext cx="2783728" cy="1349868"/>
      </dsp:txXfrm>
    </dsp:sp>
    <dsp:sp modelId="{C6E18337-C2E2-4521-B4E2-67F4ECB6B955}">
      <dsp:nvSpPr>
        <dsp:cNvPr id="0" name=""/>
        <dsp:cNvSpPr/>
      </dsp:nvSpPr>
      <dsp:spPr>
        <a:xfrm>
          <a:off x="7170526" y="1002141"/>
          <a:ext cx="2867720" cy="14338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Decision Tree</a:t>
          </a:r>
        </a:p>
      </dsp:txBody>
      <dsp:txXfrm>
        <a:off x="7212522" y="1044137"/>
        <a:ext cx="2783728" cy="13498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DF388-5D4B-42AF-BEFA-5F641CDCF19E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4BB85-535F-4F42-B530-92ADF61F99CF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Up sampling of minority class</a:t>
          </a:r>
        </a:p>
      </dsp:txBody>
      <dsp:txXfrm>
        <a:off x="378614" y="886531"/>
        <a:ext cx="2810360" cy="1744948"/>
      </dsp:txXfrm>
    </dsp:sp>
    <dsp:sp modelId="{02C04359-51C6-4C16-87EB-4507374CA8DA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80471-AF9D-433E-98D3-B9E049F6F193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Down sampling of majority class</a:t>
          </a:r>
        </a:p>
      </dsp:txBody>
      <dsp:txXfrm>
        <a:off x="3946203" y="886531"/>
        <a:ext cx="2810360" cy="1744948"/>
      </dsp:txXfrm>
    </dsp:sp>
    <dsp:sp modelId="{954CA373-F3D5-4990-85A7-E54C4E7EC97F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8A316E-4FAB-4ECE-844A-CBB2B9475F19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Synthetic Minority Oversampling Technique, SMOTE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32FD-268A-47BE-8AD6-A068AA8BD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6A9C0-6DDE-4E6F-942A-F169C1128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4DC85-8586-440F-B418-6DF38F2B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6E2B0-9ED7-46B6-9209-771F7277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88D2-AE18-4306-874B-2462E209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345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AD3F-E58B-419C-B6FC-40A09009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4C8EB-0809-4713-95A8-32E5D68BA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A16F7-881B-45C9-816C-33F371CD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61B10-03CB-459F-A339-EE4498CE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B0F59-8BD7-4AC3-994E-7D660265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708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F8CA-99BD-4196-B681-2F4F9438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DFD1E-DB21-4D77-AE4A-76F3A5C0E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F8F1A-0EC7-4897-904F-2900058D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B847-73DB-4013-A781-722C8ACD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DE94A-BC2C-4AC2-B1EF-2AE829B0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0192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B795-6600-4CC7-B327-8B15BE145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19B21-7B3B-4075-98C5-E16284F81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08533-7671-4B73-9AAE-E301A0896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C9C64-FADE-466B-8624-8D399C83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B485B-1380-4C4D-BA67-C74AB033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89183-F923-484D-8D8A-5143F38E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87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9DEB4-2F5C-4A69-B644-4F0888BB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A77BB-356B-4FCB-9964-77767FE7B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695FB-FDB8-410B-9DD0-D45074836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FE3D74-4AC1-4EF2-ADCC-93728EE69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AC8F5-3D3F-47E7-8CA9-C45BAABB1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72E12-AED3-4BDE-A6F5-9295AE07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8D40F-5042-42A5-847E-60D70E34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D599E4-D817-4623-9017-2E8D2B9C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596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74AE3-D5BD-45B5-841D-60EEFC62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9C429-3807-4AE6-8724-5ACECDAC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D297B-44E5-45A1-BDD7-BFCA2D00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C2CCB-E67D-4D2A-AD9A-3CDFEBF2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146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F71DC-57CA-4E3C-9C5A-7144E7EC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82A3D1-4DC8-4BD9-BB5C-2266DF3B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907AF-0E69-437D-9C14-72BBB818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63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A954-65F5-42A1-9A41-64A4D087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DD21B-8670-4B8D-8F46-7D53B9AE5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8F3E3-11CB-4A8E-961A-17C36EE6B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E9D29-1AA9-4567-B600-165CBBD70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30080-7AB7-4631-ACF8-1C9B9FA6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39E34-F639-4F14-8A75-F25E15B8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104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3F63-2D02-422C-A389-46F8A6CA2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405B-19E7-4398-9F2F-E19BE3CA66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B2BEF-D600-439B-AD59-777F18197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6CCE8-89D2-412D-B7DA-72485A83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9344-5224-4243-9B39-A0525D65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4FCCD-A791-451B-836A-BE7E61D7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741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A75D-B964-4208-9F9E-47B07DAF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103BC-3BF7-43BD-9992-B05DD37C0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57F31-8B4B-47A2-9505-9E76032F1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B72BB-759D-4C59-9014-1EC14480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29C42-06A1-4AE4-8358-508E55A5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037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1753C-4E1A-4899-8479-32264A18C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C340D-A968-457E-821C-FF94EAF2F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7BC91-C225-4ABA-8E79-7C355473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79628-7636-41CE-8476-AF875B0C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96259-278B-407E-978A-828F1C81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290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AEB8B-9824-4671-91AE-FD9014C8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98954-8072-47B5-8619-649529F19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617D4-1F38-40A3-B268-7C3896DE3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97C22-2D6C-4DFC-9CF5-10C69AAEE0B6}" type="datetimeFigureOut">
              <a:rPr lang="en-SG" smtClean="0"/>
              <a:t>11/11/2021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466D8-1A0A-4055-8D0A-659BA6345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C5C44-215E-4323-9E09-792344AA9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9AE40-35C8-4213-AFB7-4CA173C585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613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mlg-ulb/creditcardfraud?select=creditcard.csv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3B449-9250-4118-919B-91D9D6C19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 dirty="0"/>
              <a:t>Mini Project 2:</a:t>
            </a:r>
            <a:br>
              <a:rPr lang="en-US" sz="7200" dirty="0"/>
            </a:br>
            <a:r>
              <a:rPr lang="en-US" sz="7200" dirty="0"/>
              <a:t>Fraud Detection</a:t>
            </a:r>
            <a:endParaRPr lang="en-SG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F440B-6054-4E66-A12C-ECCD996A0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 dirty="0"/>
              <a:t>Presenter: Shao Ming</a:t>
            </a:r>
            <a:endParaRPr lang="en-SG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03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4B83F-015C-42D2-AC7C-EF73FCC74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Content</a:t>
            </a:r>
            <a:endParaRPr lang="en-SG" sz="54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3A899D-D469-4F4E-95AD-2B6F3AF16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622448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512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5DAE0-5E1D-4F01-83D2-47AC1AF5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Problem Explained</a:t>
            </a:r>
            <a:endParaRPr lang="en-S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5ACE0-F34E-488E-8453-3D81E568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 dirty="0"/>
              <a:t>From the moment the e-commerce payment systems came to existence, there have always been people who will find new ways to access someone’s finances illegally. </a:t>
            </a:r>
          </a:p>
          <a:p>
            <a:r>
              <a:rPr lang="en-US" sz="2200" dirty="0"/>
              <a:t>This has become a major problem in the modern era, as all transactions can easily be completed online by only entering your credit card information. </a:t>
            </a:r>
          </a:p>
          <a:p>
            <a:r>
              <a:rPr lang="en-US" sz="2200" dirty="0"/>
              <a:t>Even in the 2010s, many American retail website users were the victims of online transaction fraud right before </a:t>
            </a:r>
            <a:r>
              <a:rPr lang="en-US" sz="2200" b="1" dirty="0"/>
              <a:t>two-step verification </a:t>
            </a:r>
            <a:r>
              <a:rPr lang="en-US" sz="2200" dirty="0"/>
              <a:t>was used for shopping online. Organizations, consumers, banks, and merchants are put at risk when a data breach leads to monetary theft and ultimately the loss of customers’ loyalty along with the company’s reputation.</a:t>
            </a:r>
            <a:endParaRPr lang="en-SG" sz="22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8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B8A21-4A73-4AAF-8D39-899958E2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Business Problem</a:t>
            </a:r>
            <a:endParaRPr lang="en-SG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E9BB12-ACA0-4BF1-A399-1CBB36EA69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25297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046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EB95B-B214-4196-9678-F91226B0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Stakeholders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47FDFD-9FB7-437D-99F5-1EC23758F8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0693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932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24CC1-C07A-4265-820C-34DB03CF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Exploration and Analysis </a:t>
            </a:r>
          </a:p>
        </p:txBody>
      </p:sp>
      <p:pic>
        <p:nvPicPr>
          <p:cNvPr id="6" name="Graphic 5" descr="Bar chart">
            <a:extLst>
              <a:ext uri="{FF2B5EF4-FFF2-40B4-BE49-F238E27FC236}">
                <a16:creationId xmlns:a16="http://schemas.microsoft.com/office/drawing/2014/main" id="{317FA0B9-E798-4959-AE25-CA5A2D671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3884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7BD12F-A753-4211-AFA6-77653745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6EF50-14B1-433D-8666-4CD294FE9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Variables</a:t>
            </a:r>
          </a:p>
          <a:p>
            <a:pPr lvl="1"/>
            <a:r>
              <a:rPr lang="en-SG" b="0" i="0" dirty="0">
                <a:solidFill>
                  <a:srgbClr val="000000"/>
                </a:solidFill>
                <a:effectLst/>
                <a:latin typeface="Helvetica Neue"/>
              </a:rPr>
              <a:t>V1, V2, … V28 : principal components obtained with PCA, transformed from features that are confidential </a:t>
            </a:r>
          </a:p>
          <a:p>
            <a:pPr lvl="1"/>
            <a:endParaRPr lang="en-SG" dirty="0">
              <a:solidFill>
                <a:srgbClr val="000000"/>
              </a:solidFill>
              <a:latin typeface="Helvetica Neue"/>
            </a:endParaRPr>
          </a:p>
          <a:p>
            <a:pPr lvl="1"/>
            <a:r>
              <a:rPr lang="en-SG" dirty="0">
                <a:solidFill>
                  <a:srgbClr val="000000"/>
                </a:solidFill>
                <a:latin typeface="Helvetica Neue"/>
              </a:rPr>
              <a:t>Time: Seconds elapsed between each transaction and the first transaction in the dataset</a:t>
            </a:r>
          </a:p>
          <a:p>
            <a:pPr lvl="1"/>
            <a:endParaRPr lang="en-SG" dirty="0">
              <a:solidFill>
                <a:srgbClr val="000000"/>
              </a:solidFill>
              <a:latin typeface="Helvetica Neue"/>
            </a:endParaRPr>
          </a:p>
          <a:p>
            <a:pPr lvl="1"/>
            <a:r>
              <a:rPr lang="en-SG" dirty="0">
                <a:solidFill>
                  <a:srgbClr val="000000"/>
                </a:solidFill>
                <a:latin typeface="Helvetica Neue"/>
              </a:rPr>
              <a:t>Amount: transaction amount for each transaction</a:t>
            </a:r>
          </a:p>
          <a:p>
            <a:endParaRPr lang="en-SG" dirty="0">
              <a:solidFill>
                <a:srgbClr val="000000"/>
              </a:solidFill>
              <a:latin typeface="Helvetica Neue"/>
            </a:endParaRPr>
          </a:p>
          <a:p>
            <a:r>
              <a:rPr lang="en-SG" dirty="0">
                <a:solidFill>
                  <a:srgbClr val="000000"/>
                </a:solidFill>
                <a:latin typeface="Helvetica Neue"/>
              </a:rPr>
              <a:t>Total of 284,807 entries</a:t>
            </a:r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D2126-72E3-4CDF-A3A0-C285DA418232}"/>
              </a:ext>
            </a:extLst>
          </p:cNvPr>
          <p:cNvSpPr txBox="1"/>
          <p:nvPr/>
        </p:nvSpPr>
        <p:spPr>
          <a:xfrm>
            <a:off x="3608907" y="6488668"/>
            <a:ext cx="962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source: </a:t>
            </a:r>
            <a:r>
              <a:rPr lang="en-SG" b="0" i="0" u="sng" dirty="0">
                <a:solidFill>
                  <a:srgbClr val="296EAA"/>
                </a:solidFill>
                <a:effectLst/>
                <a:latin typeface="Helvetica Neue"/>
                <a:hlinkClick r:id="rId2"/>
              </a:rPr>
              <a:t>https://www.kaggle.com/mlg-ulb/creditcardfraud?select=creditcard.csv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22314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77" name="Freeform: Shape 76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D3EDF-8780-42D3-BBA1-882BE8B2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Imbalance Classes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84CF52-326F-491B-86B6-2AD4C1CF50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9"/>
          <a:stretch/>
        </p:blipFill>
        <p:spPr bwMode="auto">
          <a:xfrm>
            <a:off x="5020934" y="643469"/>
            <a:ext cx="6421974" cy="557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601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191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F9C3E-7B94-4EEC-9599-70B860D00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Fraud transaction amount tend to be smaller </a:t>
            </a:r>
          </a:p>
        </p:txBody>
      </p:sp>
      <p:sp>
        <p:nvSpPr>
          <p:cNvPr id="206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06C3A9-9A0F-4F47-918F-7A0F15142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2608" y="2626860"/>
            <a:ext cx="3758184" cy="35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0C6E71C-D051-46CF-A6A8-3D5FAFC75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6908" y="2626860"/>
            <a:ext cx="3758184" cy="35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1A3553A0-57BC-4073-AD45-21D0E1D2E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41208" y="2662854"/>
            <a:ext cx="3758184" cy="351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04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00C49-0C81-4801-BDFD-86E532437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Time spent for both cases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0F97B9C-15D4-45F0-A6EF-9A99231E8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748" y="2230431"/>
            <a:ext cx="5131088" cy="389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4FB1553F-0E24-46AD-BEF6-2DA28BFF7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5165" y="2266917"/>
            <a:ext cx="5131087" cy="389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01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964AA-D9A0-4CC0-86CC-35FF2477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Classification Model used</a:t>
            </a:r>
            <a:endParaRPr lang="en-SG" sz="5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2FB1FC-7909-4A1C-B40C-ED9564047C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6019221"/>
              </p:ext>
            </p:extLst>
          </p:nvPr>
        </p:nvGraphicFramePr>
        <p:xfrm>
          <a:off x="825264" y="2598710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835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483A819-2E76-44BA-96C7-0D1098820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183" y="2528302"/>
            <a:ext cx="4126984" cy="332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F9092E-2D28-4A29-9161-53BDF33A403A}"/>
              </a:ext>
            </a:extLst>
          </p:cNvPr>
          <p:cNvSpPr txBox="1"/>
          <p:nvPr/>
        </p:nvSpPr>
        <p:spPr>
          <a:xfrm>
            <a:off x="7672387" y="2144683"/>
            <a:ext cx="231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</a:t>
            </a:r>
            <a:endParaRPr lang="en-SG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D7CD84-A64F-4670-81E7-D43AA7A8C73A}"/>
              </a:ext>
            </a:extLst>
          </p:cNvPr>
          <p:cNvSpPr/>
          <p:nvPr/>
        </p:nvSpPr>
        <p:spPr>
          <a:xfrm>
            <a:off x="8797772" y="4204765"/>
            <a:ext cx="958788" cy="92327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A3D78A-65AF-419C-A86E-238304CDFD7A}"/>
              </a:ext>
            </a:extLst>
          </p:cNvPr>
          <p:cNvSpPr/>
          <p:nvPr/>
        </p:nvSpPr>
        <p:spPr>
          <a:xfrm>
            <a:off x="7468659" y="4255517"/>
            <a:ext cx="958788" cy="9232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CEF4B7-53C5-4A36-9D9D-7A7C79BCA05E}"/>
              </a:ext>
            </a:extLst>
          </p:cNvPr>
          <p:cNvSpPr/>
          <p:nvPr/>
        </p:nvSpPr>
        <p:spPr>
          <a:xfrm>
            <a:off x="8786726" y="2862680"/>
            <a:ext cx="958788" cy="92327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FCDE04-93D1-4871-971C-ABEB52286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849"/>
            <a:ext cx="10515600" cy="1325563"/>
          </a:xfrm>
        </p:spPr>
        <p:txBody>
          <a:bodyPr/>
          <a:lstStyle/>
          <a:p>
            <a:r>
              <a:rPr lang="en-US" dirty="0"/>
              <a:t>Original Sample 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B9F1F8-18EA-4A80-9647-B1D9BE23E0D4}"/>
              </a:ext>
            </a:extLst>
          </p:cNvPr>
          <p:cNvSpPr txBox="1"/>
          <p:nvPr/>
        </p:nvSpPr>
        <p:spPr>
          <a:xfrm>
            <a:off x="1225117" y="2237173"/>
            <a:ext cx="4935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 =			= 0.83						 </a:t>
            </a:r>
            <a:endParaRPr lang="en-S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92C21D-D3A2-47A6-981D-DCAFCC7EFA8A}"/>
              </a:ext>
            </a:extLst>
          </p:cNvPr>
          <p:cNvSpPr/>
          <p:nvPr/>
        </p:nvSpPr>
        <p:spPr>
          <a:xfrm>
            <a:off x="3355760" y="1906788"/>
            <a:ext cx="559293" cy="4757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1D0791F5-9968-4A38-8DAC-420562FA5BE7}"/>
              </a:ext>
            </a:extLst>
          </p:cNvPr>
          <p:cNvSpPr/>
          <p:nvPr/>
        </p:nvSpPr>
        <p:spPr>
          <a:xfrm>
            <a:off x="3320249" y="2706934"/>
            <a:ext cx="692458" cy="62550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F5B094-AD1A-405F-8A7C-B82624979ED8}"/>
              </a:ext>
            </a:extLst>
          </p:cNvPr>
          <p:cNvSpPr/>
          <p:nvPr/>
        </p:nvSpPr>
        <p:spPr>
          <a:xfrm>
            <a:off x="2681057" y="2750567"/>
            <a:ext cx="559293" cy="4757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E88F3D7-9653-4A32-9F3C-F41656045A41}"/>
              </a:ext>
            </a:extLst>
          </p:cNvPr>
          <p:cNvSpPr/>
          <p:nvPr/>
        </p:nvSpPr>
        <p:spPr>
          <a:xfrm>
            <a:off x="4092606" y="2750566"/>
            <a:ext cx="585926" cy="581875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2969C0-FD20-42E5-9A79-A8EA0721BA40}"/>
              </a:ext>
            </a:extLst>
          </p:cNvPr>
          <p:cNvCxnSpPr/>
          <p:nvPr/>
        </p:nvCxnSpPr>
        <p:spPr>
          <a:xfrm>
            <a:off x="2894120" y="2514015"/>
            <a:ext cx="1625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B4589F-9BE6-4F2E-9F94-02A820F38AA8}"/>
              </a:ext>
            </a:extLst>
          </p:cNvPr>
          <p:cNvSpPr txBox="1"/>
          <p:nvPr/>
        </p:nvSpPr>
        <p:spPr>
          <a:xfrm>
            <a:off x="3428700" y="1963191"/>
            <a:ext cx="55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D88998-D6E8-439D-9D6C-7817C5D6E8CD}"/>
              </a:ext>
            </a:extLst>
          </p:cNvPr>
          <p:cNvSpPr txBox="1"/>
          <p:nvPr/>
        </p:nvSpPr>
        <p:spPr>
          <a:xfrm>
            <a:off x="2723966" y="2783965"/>
            <a:ext cx="55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</a:t>
            </a:r>
            <a:endParaRPr lang="en-S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444791-B797-4867-9D6E-0F93268FD066}"/>
              </a:ext>
            </a:extLst>
          </p:cNvPr>
          <p:cNvSpPr txBox="1"/>
          <p:nvPr/>
        </p:nvSpPr>
        <p:spPr>
          <a:xfrm>
            <a:off x="4158849" y="2803796"/>
            <a:ext cx="55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  <a:endParaRPr lang="en-S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96905C-DC6C-4407-99A5-A39D6E7D3E8A}"/>
              </a:ext>
            </a:extLst>
          </p:cNvPr>
          <p:cNvSpPr txBox="1"/>
          <p:nvPr/>
        </p:nvSpPr>
        <p:spPr>
          <a:xfrm>
            <a:off x="1082816" y="4440314"/>
            <a:ext cx="601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 =				= 0.61  </a:t>
            </a:r>
            <a:endParaRPr lang="en-SG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B2016E-FF6F-4B1A-8CE3-F6BD51FB384A}"/>
              </a:ext>
            </a:extLst>
          </p:cNvPr>
          <p:cNvSpPr/>
          <p:nvPr/>
        </p:nvSpPr>
        <p:spPr>
          <a:xfrm>
            <a:off x="3213458" y="4109929"/>
            <a:ext cx="559293" cy="4757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91DFE1ED-99CE-475A-A44E-9E07808379DA}"/>
              </a:ext>
            </a:extLst>
          </p:cNvPr>
          <p:cNvSpPr/>
          <p:nvPr/>
        </p:nvSpPr>
        <p:spPr>
          <a:xfrm>
            <a:off x="3177947" y="4910075"/>
            <a:ext cx="692458" cy="62550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1A59C53-1C54-4C1E-B3C7-0DF42DCFB925}"/>
              </a:ext>
            </a:extLst>
          </p:cNvPr>
          <p:cNvSpPr/>
          <p:nvPr/>
        </p:nvSpPr>
        <p:spPr>
          <a:xfrm>
            <a:off x="2538755" y="4953708"/>
            <a:ext cx="559293" cy="4757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F2FD24-648B-4D5D-B674-22000099CCC7}"/>
              </a:ext>
            </a:extLst>
          </p:cNvPr>
          <p:cNvCxnSpPr/>
          <p:nvPr/>
        </p:nvCxnSpPr>
        <p:spPr>
          <a:xfrm>
            <a:off x="2751818" y="4717156"/>
            <a:ext cx="1625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954C577-A473-4C8E-B26B-247E55DF4BD2}"/>
              </a:ext>
            </a:extLst>
          </p:cNvPr>
          <p:cNvSpPr txBox="1"/>
          <p:nvPr/>
        </p:nvSpPr>
        <p:spPr>
          <a:xfrm>
            <a:off x="3286398" y="4166332"/>
            <a:ext cx="55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</a:t>
            </a:r>
            <a:endParaRPr lang="en-S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2C74BB-0B5B-4081-ADF2-19CDCB79E5AC}"/>
              </a:ext>
            </a:extLst>
          </p:cNvPr>
          <p:cNvSpPr txBox="1"/>
          <p:nvPr/>
        </p:nvSpPr>
        <p:spPr>
          <a:xfrm>
            <a:off x="2581664" y="4987106"/>
            <a:ext cx="55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</a:t>
            </a:r>
            <a:endParaRPr lang="en-S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A5CC75-B51F-4378-9FE1-C25A3D6F0AC7}"/>
              </a:ext>
            </a:extLst>
          </p:cNvPr>
          <p:cNvSpPr txBox="1"/>
          <p:nvPr/>
        </p:nvSpPr>
        <p:spPr>
          <a:xfrm>
            <a:off x="4016547" y="5006937"/>
            <a:ext cx="55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45</a:t>
            </a:r>
            <a:endParaRPr lang="en-SG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E7976FE-BF77-4E38-B96C-F8E24EF61D54}"/>
              </a:ext>
            </a:extLst>
          </p:cNvPr>
          <p:cNvSpPr/>
          <p:nvPr/>
        </p:nvSpPr>
        <p:spPr>
          <a:xfrm>
            <a:off x="3920060" y="4898649"/>
            <a:ext cx="599554" cy="6255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3BD19C-235E-42B4-91B3-E7F1B43DF6B9}"/>
              </a:ext>
            </a:extLst>
          </p:cNvPr>
          <p:cNvSpPr txBox="1"/>
          <p:nvPr/>
        </p:nvSpPr>
        <p:spPr>
          <a:xfrm>
            <a:off x="7011521" y="911744"/>
            <a:ext cx="231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 = 99.99%!!!!</a:t>
            </a:r>
            <a:endParaRPr lang="en-SG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089675-FCB2-408F-983E-B729080F9632}"/>
              </a:ext>
            </a:extLst>
          </p:cNvPr>
          <p:cNvCxnSpPr>
            <a:cxnSpLocks/>
            <a:endCxn id="14" idx="5"/>
          </p:cNvCxnSpPr>
          <p:nvPr/>
        </p:nvCxnSpPr>
        <p:spPr>
          <a:xfrm flipH="1" flipV="1">
            <a:off x="4592725" y="3247227"/>
            <a:ext cx="742755" cy="27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81767F7-03CF-4370-A911-E02213438A33}"/>
              </a:ext>
            </a:extLst>
          </p:cNvPr>
          <p:cNvSpPr txBox="1"/>
          <p:nvPr/>
        </p:nvSpPr>
        <p:spPr>
          <a:xfrm>
            <a:off x="5513033" y="3332441"/>
            <a:ext cx="882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 Alarm!</a:t>
            </a:r>
            <a:endParaRPr lang="en-SG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F09642A-B7C6-40D5-AE59-98885EF11137}"/>
              </a:ext>
            </a:extLst>
          </p:cNvPr>
          <p:cNvCxnSpPr>
            <a:cxnSpLocks/>
          </p:cNvCxnSpPr>
          <p:nvPr/>
        </p:nvCxnSpPr>
        <p:spPr>
          <a:xfrm flipH="1" flipV="1">
            <a:off x="4518561" y="5354112"/>
            <a:ext cx="742755" cy="27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75029F2-C6C7-41A5-A8EE-0DD6089AAFA6}"/>
              </a:ext>
            </a:extLst>
          </p:cNvPr>
          <p:cNvSpPr txBox="1"/>
          <p:nvPr/>
        </p:nvSpPr>
        <p:spPr>
          <a:xfrm>
            <a:off x="5278278" y="5309279"/>
            <a:ext cx="1487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Fraud transaction undetected!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26857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81EA-60F8-4EF2-91E5-24142799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Sample </a:t>
            </a:r>
            <a:endParaRPr lang="en-SG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540ECA-D65B-4B85-A75A-D770427FA4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183" y="2528302"/>
            <a:ext cx="4126984" cy="332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AE0904-FE8C-4FC4-8832-ABD289A5A5BE}"/>
              </a:ext>
            </a:extLst>
          </p:cNvPr>
          <p:cNvSpPr txBox="1"/>
          <p:nvPr/>
        </p:nvSpPr>
        <p:spPr>
          <a:xfrm>
            <a:off x="990599" y="2910374"/>
            <a:ext cx="32636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Scoring Metrics:</a:t>
            </a:r>
          </a:p>
          <a:p>
            <a:r>
              <a:rPr lang="en-US" sz="2400" dirty="0"/>
              <a:t>Accuracy 	= 0.99896</a:t>
            </a:r>
          </a:p>
          <a:p>
            <a:r>
              <a:rPr lang="en-US" sz="2400" dirty="0"/>
              <a:t>Precision 	= 0.83</a:t>
            </a:r>
          </a:p>
          <a:p>
            <a:r>
              <a:rPr lang="en-US" sz="2400" dirty="0"/>
              <a:t>Recall 		= 0.61</a:t>
            </a:r>
          </a:p>
          <a:p>
            <a:r>
              <a:rPr lang="en-US" sz="2400" dirty="0"/>
              <a:t>f1-score 	= 0.7</a:t>
            </a:r>
            <a:endParaRPr lang="en-SG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07EC5-F8A7-4EBE-A20D-922994B1ECFF}"/>
              </a:ext>
            </a:extLst>
          </p:cNvPr>
          <p:cNvSpPr txBox="1"/>
          <p:nvPr/>
        </p:nvSpPr>
        <p:spPr>
          <a:xfrm>
            <a:off x="7672387" y="2144683"/>
            <a:ext cx="231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</a:t>
            </a:r>
            <a:endParaRPr lang="en-SG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99DB886-714C-4E55-88BB-63126C8359A6}"/>
              </a:ext>
            </a:extLst>
          </p:cNvPr>
          <p:cNvSpPr/>
          <p:nvPr/>
        </p:nvSpPr>
        <p:spPr>
          <a:xfrm>
            <a:off x="8797772" y="4204765"/>
            <a:ext cx="958788" cy="92327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6B2985-FBE5-4A95-9ABF-D6A005A5A8D0}"/>
              </a:ext>
            </a:extLst>
          </p:cNvPr>
          <p:cNvSpPr/>
          <p:nvPr/>
        </p:nvSpPr>
        <p:spPr>
          <a:xfrm>
            <a:off x="7396540" y="4211872"/>
            <a:ext cx="958788" cy="9232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61D805-ED44-4C04-BC76-DA447047B88E}"/>
              </a:ext>
            </a:extLst>
          </p:cNvPr>
          <p:cNvSpPr/>
          <p:nvPr/>
        </p:nvSpPr>
        <p:spPr>
          <a:xfrm>
            <a:off x="8786726" y="2862680"/>
            <a:ext cx="958788" cy="92327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3444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FF312-ED7C-4294-9DCF-4E7A3FF8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How to due with imbalance dataset?</a:t>
            </a:r>
            <a:endParaRPr lang="en-SG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26E018-DF8C-4EC5-BD0F-15467C1EC1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55533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380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1D71-3AE0-45EB-B287-73738810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 sampling used on fraud class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B4A-665C-4FDC-A727-CF2EE867F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sampling with replacement for fraud data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9877AE1-048C-4602-B0FF-28DD8212F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888" y="3232214"/>
            <a:ext cx="3652837" cy="294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35C1F-5BD5-486F-B2AA-92A09516BDE1}"/>
              </a:ext>
            </a:extLst>
          </p:cNvPr>
          <p:cNvSpPr txBox="1"/>
          <p:nvPr/>
        </p:nvSpPr>
        <p:spPr>
          <a:xfrm>
            <a:off x="7800974" y="2795414"/>
            <a:ext cx="1995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56A33-6F92-4D0F-8907-167ED030C916}"/>
              </a:ext>
            </a:extLst>
          </p:cNvPr>
          <p:cNvSpPr txBox="1"/>
          <p:nvPr/>
        </p:nvSpPr>
        <p:spPr>
          <a:xfrm>
            <a:off x="990599" y="2910374"/>
            <a:ext cx="47798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Scoring Metrics:</a:t>
            </a:r>
          </a:p>
          <a:p>
            <a:r>
              <a:rPr lang="en-US" sz="2400" dirty="0"/>
              <a:t>Accuracy 	= 0.9759</a:t>
            </a:r>
          </a:p>
          <a:p>
            <a:r>
              <a:rPr lang="en-US" sz="2400" dirty="0"/>
              <a:t>Precision 	= 0.07 (low!)</a:t>
            </a:r>
          </a:p>
          <a:p>
            <a:r>
              <a:rPr lang="en-US" sz="2400" dirty="0"/>
              <a:t>Recall 		= 0.93 (improved!)</a:t>
            </a:r>
          </a:p>
          <a:p>
            <a:r>
              <a:rPr lang="en-US" sz="2400" dirty="0"/>
              <a:t>f1-score 	= 0.14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524372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9B4E-4160-4F26-BF2C-1A0FF069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 sampling used on non-fraud class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EB11-A148-4C18-AFD0-880C49270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sample from the original dataset without replacement</a:t>
            </a:r>
            <a:endParaRPr lang="en-SG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6C013AE-0D35-47DB-988E-708C99E8E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575" y="2841316"/>
            <a:ext cx="3966407" cy="319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8654CA-A923-49E5-98B6-6BFED875DCEE}"/>
              </a:ext>
            </a:extLst>
          </p:cNvPr>
          <p:cNvSpPr txBox="1"/>
          <p:nvPr/>
        </p:nvSpPr>
        <p:spPr>
          <a:xfrm>
            <a:off x="990599" y="2910374"/>
            <a:ext cx="47798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Scoring Metrics:</a:t>
            </a:r>
          </a:p>
          <a:p>
            <a:r>
              <a:rPr lang="en-US" sz="2400" dirty="0"/>
              <a:t>Accuracy 	= 0.96508</a:t>
            </a:r>
          </a:p>
          <a:p>
            <a:r>
              <a:rPr lang="en-US" sz="2400" dirty="0"/>
              <a:t>Precision 	= 0.05210 (low!)</a:t>
            </a:r>
          </a:p>
          <a:p>
            <a:r>
              <a:rPr lang="en-US" sz="2400" dirty="0"/>
              <a:t>Recall 		= 0.94783 (improved!)</a:t>
            </a:r>
          </a:p>
          <a:p>
            <a:r>
              <a:rPr lang="en-US" sz="2400" dirty="0"/>
              <a:t>f1-score 	= 0.09878</a:t>
            </a:r>
            <a:endParaRPr lang="en-SG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BB286-9ABF-4008-9035-711A5B820445}"/>
              </a:ext>
            </a:extLst>
          </p:cNvPr>
          <p:cNvSpPr txBox="1"/>
          <p:nvPr/>
        </p:nvSpPr>
        <p:spPr>
          <a:xfrm>
            <a:off x="7743824" y="2541042"/>
            <a:ext cx="1995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1296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8" name="Rectangle 13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F82CB-571E-4F16-B43F-AFE442232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29" y="927716"/>
            <a:ext cx="4343400" cy="1929384"/>
          </a:xfrm>
        </p:spPr>
        <p:txBody>
          <a:bodyPr anchor="ctr">
            <a:normAutofit fontScale="90000"/>
          </a:bodyPr>
          <a:lstStyle/>
          <a:p>
            <a:r>
              <a:rPr lang="en-US" sz="4800" dirty="0"/>
              <a:t>Applying SMOTE</a:t>
            </a:r>
            <a:br>
              <a:rPr lang="en-US" sz="4800" dirty="0"/>
            </a:br>
            <a:r>
              <a:rPr lang="en-US" sz="2000" dirty="0"/>
              <a:t>Synthetic Minority Oversampling Technique</a:t>
            </a:r>
            <a:br>
              <a:rPr lang="en-SG" sz="2000" dirty="0"/>
            </a:br>
            <a:endParaRPr lang="en-SG" sz="4800" dirty="0"/>
          </a:p>
        </p:txBody>
      </p:sp>
      <p:sp>
        <p:nvSpPr>
          <p:cNvPr id="819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5F1A-33C9-4A7F-AAAB-81E458A76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2200" dirty="0"/>
              <a:t>Instead of creating duplicate like up sampling, this method creates new datasets that are ‘neighbors’ to the old ones </a:t>
            </a:r>
            <a:endParaRPr lang="en-SG" sz="2200" dirty="0"/>
          </a:p>
        </p:txBody>
      </p:sp>
      <p:pic>
        <p:nvPicPr>
          <p:cNvPr id="8194" name="Picture 2" descr="Scatter Plot of Imbalanced Binary Classification Problem">
            <a:extLst>
              <a:ext uri="{FF2B5EF4-FFF2-40B4-BE49-F238E27FC236}">
                <a16:creationId xmlns:a16="http://schemas.microsoft.com/office/drawing/2014/main" id="{96FFB921-ACB0-4FA5-95CA-9F0D20AFB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7776" y="2569464"/>
            <a:ext cx="4905248" cy="367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Scatter Plot of Imbalanced Binary Classification Problem Transformed by SMOTE">
            <a:extLst>
              <a:ext uri="{FF2B5EF4-FFF2-40B4-BE49-F238E27FC236}">
                <a16:creationId xmlns:a16="http://schemas.microsoft.com/office/drawing/2014/main" id="{6C3A2A3E-A3E1-4139-BA0B-C2102974F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1842" y="2721864"/>
            <a:ext cx="4905248" cy="367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565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CA94-833B-4463-A712-FF93125D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SMOTE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7220-9CEC-4E04-81DC-EF4762292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C3C94B4-88D3-4224-AAF1-9926BAB19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363" y="3168868"/>
            <a:ext cx="3395662" cy="273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E7974-E68A-42AE-A1EA-E9CA5CCAA215}"/>
              </a:ext>
            </a:extLst>
          </p:cNvPr>
          <p:cNvSpPr txBox="1"/>
          <p:nvPr/>
        </p:nvSpPr>
        <p:spPr>
          <a:xfrm>
            <a:off x="8040672" y="2799536"/>
            <a:ext cx="1995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25D80-714C-4F5C-AD88-E365528DB730}"/>
              </a:ext>
            </a:extLst>
          </p:cNvPr>
          <p:cNvSpPr txBox="1"/>
          <p:nvPr/>
        </p:nvSpPr>
        <p:spPr>
          <a:xfrm>
            <a:off x="1052742" y="2799536"/>
            <a:ext cx="47798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Scoring Metrics:</a:t>
            </a:r>
          </a:p>
          <a:p>
            <a:r>
              <a:rPr lang="en-US" sz="2400" dirty="0"/>
              <a:t>Accuracy 	= 0.99119</a:t>
            </a:r>
          </a:p>
          <a:p>
            <a:r>
              <a:rPr lang="en-US" sz="2400" dirty="0"/>
              <a:t>Precision 	= 0.17696 (low!)</a:t>
            </a:r>
          </a:p>
          <a:p>
            <a:r>
              <a:rPr lang="en-US" sz="2400" dirty="0"/>
              <a:t>Recall 		= 0.92174 (improved!)</a:t>
            </a:r>
          </a:p>
          <a:p>
            <a:r>
              <a:rPr lang="en-US" sz="2400" dirty="0"/>
              <a:t>f1-score 	= 0.29692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278684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DB5F9-FA3D-4D1B-8C21-983712B1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400"/>
              <a:t>Comparing sampling method</a:t>
            </a:r>
            <a:endParaRPr lang="en-SG" sz="3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4AEBDCB-D0D1-403A-BC4D-AF877CF25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Logistic Regression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4CCF40-9B57-4D74-98C3-56AAF5B21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960459"/>
            <a:ext cx="10917936" cy="262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45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DB5F9-FA3D-4D1B-8C21-983712B1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400"/>
              <a:t>Comparing sampling method</a:t>
            </a:r>
            <a:endParaRPr lang="en-SG" sz="34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4AEBDCB-D0D1-403A-BC4D-AF877CF25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Naïve Bayes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3CCAD-8616-4F12-A60B-9C15CF06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042344"/>
            <a:ext cx="10917936" cy="245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22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DB5F9-FA3D-4D1B-8C21-983712B1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400"/>
              <a:t>Comparing sampling method</a:t>
            </a:r>
            <a:endParaRPr lang="en-SG" sz="34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4AEBDCB-D0D1-403A-BC4D-AF877CF25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Decision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8040C-E415-4638-AF5B-11A145393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042344"/>
            <a:ext cx="10917936" cy="245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46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D1672-A399-4C00-8BD5-A0F51323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/>
              <a:t>Comparing Classification Models</a:t>
            </a:r>
            <a:endParaRPr lang="en-SG" sz="30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BE5223-54BE-47A0-93D2-1F516A26C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Logistic Regression has better precision and recall,</a:t>
            </a:r>
          </a:p>
          <a:p>
            <a:r>
              <a:rPr lang="en-US" sz="2200" dirty="0"/>
              <a:t>But this is before hyper-parameter tuning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80B5F5-4935-4BED-A539-9DF8ABA7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206113"/>
            <a:ext cx="10917936" cy="212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9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E5DB-92D5-4284-BAD4-4AADBE63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Parameters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939A-4771-47DB-B13B-C2361B6C3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Regression: C :30, penalty : l1</a:t>
            </a:r>
          </a:p>
          <a:p>
            <a:endParaRPr lang="en-US" dirty="0"/>
          </a:p>
          <a:p>
            <a:r>
              <a:rPr lang="en-US" dirty="0"/>
              <a:t>Naïve Baye: </a:t>
            </a:r>
            <a:r>
              <a:rPr lang="en-US" dirty="0" err="1"/>
              <a:t>var_smoothing</a:t>
            </a:r>
            <a:r>
              <a:rPr lang="en-US" dirty="0"/>
              <a:t> : 1.0</a:t>
            </a:r>
          </a:p>
          <a:p>
            <a:endParaRPr lang="en-US" dirty="0"/>
          </a:p>
          <a:p>
            <a:r>
              <a:rPr lang="en-US" dirty="0"/>
              <a:t>Decision Tree: '</a:t>
            </a:r>
            <a:r>
              <a:rPr lang="en-US" dirty="0" err="1"/>
              <a:t>max_leaf_nodes</a:t>
            </a:r>
            <a:r>
              <a:rPr lang="en-US" dirty="0"/>
              <a:t>': 99, '</a:t>
            </a:r>
            <a:r>
              <a:rPr lang="en-US" dirty="0" err="1"/>
              <a:t>min_samples_split</a:t>
            </a:r>
            <a:r>
              <a:rPr lang="en-US" dirty="0"/>
              <a:t>': 2</a:t>
            </a:r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8775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6F80-FDFA-46FD-BEB6-066F16A0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92A38D-507A-4651-93C1-0E907EC5D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143" y="2781040"/>
            <a:ext cx="9567719" cy="149992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99BA8A-57F7-432D-BFC3-B33CE55DB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43" y="4697556"/>
            <a:ext cx="9450660" cy="14999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209C17-08B4-4426-ADE0-A599FD65A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43" y="940724"/>
            <a:ext cx="9766971" cy="149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268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13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A61A9-0F52-47D5-AEFC-2F58D910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B7FB-7C46-4BE5-AF40-51CEC44FD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Best performance </a:t>
            </a:r>
          </a:p>
        </p:txBody>
      </p:sp>
      <p:sp>
        <p:nvSpPr>
          <p:cNvPr id="205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225BB20-617B-4FA7-AECC-3B0639B12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193" y="266700"/>
            <a:ext cx="5994825" cy="59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28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9667D-C4AD-4227-B868-8E93C23D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SG" sz="5400" dirty="0"/>
              <a:t>Conclusion 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CC021-4CAF-47C8-AEED-A3C8CBF43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SG" sz="2200" dirty="0"/>
              <a:t>Recommended Model: Logistic Regression</a:t>
            </a:r>
          </a:p>
          <a:p>
            <a:endParaRPr lang="en-SG" sz="2200" dirty="0"/>
          </a:p>
          <a:p>
            <a:r>
              <a:rPr lang="en-SG" sz="2200" dirty="0"/>
              <a:t>Provided a balance between recall and precision scores</a:t>
            </a:r>
          </a:p>
          <a:p>
            <a:endParaRPr lang="en-SG" sz="2200" dirty="0"/>
          </a:p>
          <a:p>
            <a:endParaRPr lang="en-SG" sz="2200" dirty="0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84ECD0F3-25B4-4706-90CB-E616D2064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85" r="9662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98625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4464-944C-43EF-A97B-B5EA1389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Future 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F6A8-E80D-438E-A18E-5804E4890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2802" cy="4351338"/>
          </a:xfrm>
        </p:spPr>
        <p:txBody>
          <a:bodyPr/>
          <a:lstStyle/>
          <a:p>
            <a:r>
              <a:rPr lang="en-SG" dirty="0"/>
              <a:t>Hyper parameter tuning with a different score function</a:t>
            </a:r>
          </a:p>
          <a:p>
            <a:r>
              <a:rPr lang="en-SG" dirty="0"/>
              <a:t>Apply Ensemble Method</a:t>
            </a:r>
          </a:p>
          <a:p>
            <a:pPr lvl="1"/>
            <a:r>
              <a:rPr lang="en-SG" dirty="0"/>
              <a:t>Random Forest</a:t>
            </a:r>
          </a:p>
          <a:p>
            <a:pPr lvl="1"/>
            <a:r>
              <a:rPr lang="en-SG" dirty="0"/>
              <a:t>Ensemble different resampled datasets</a:t>
            </a:r>
          </a:p>
          <a:p>
            <a:endParaRPr lang="en-SG" dirty="0"/>
          </a:p>
          <a:p>
            <a:r>
              <a:rPr lang="en-SG" dirty="0"/>
              <a:t>Proceed to Deployment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AFACB-6EC9-40A3-8EBA-A3E44C14E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267" y="1303012"/>
            <a:ext cx="6110824" cy="2975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1C1FD-9A72-4AAF-9475-AFCB1DDAC2F4}"/>
              </a:ext>
            </a:extLst>
          </p:cNvPr>
          <p:cNvSpPr txBox="1"/>
          <p:nvPr/>
        </p:nvSpPr>
        <p:spPr>
          <a:xfrm>
            <a:off x="5935787" y="4501848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https://www.kdnuggets.com/2017/06/7-techniques-handle-imbalanced-data.html</a:t>
            </a:r>
          </a:p>
        </p:txBody>
      </p:sp>
    </p:spTree>
    <p:extLst>
      <p:ext uri="{BB962C8B-B14F-4D97-AF65-F5344CB8AC3E}">
        <p14:creationId xmlns:p14="http://schemas.microsoft.com/office/powerpoint/2010/main" val="520649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5942F-D280-43E4-AE26-25179708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43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660</Words>
  <Application>Microsoft Office PowerPoint</Application>
  <PresentationFormat>Widescreen</PresentationFormat>
  <Paragraphs>118</Paragraphs>
  <Slides>28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Helvetica Neue</vt:lpstr>
      <vt:lpstr>Arial</vt:lpstr>
      <vt:lpstr>Calibri</vt:lpstr>
      <vt:lpstr>Calibri Light</vt:lpstr>
      <vt:lpstr>Office Theme</vt:lpstr>
      <vt:lpstr>Mini Project 2: Fraud Detection</vt:lpstr>
      <vt:lpstr>Content</vt:lpstr>
      <vt:lpstr>Problem Explained</vt:lpstr>
      <vt:lpstr>Business Problem</vt:lpstr>
      <vt:lpstr>Stakeholders</vt:lpstr>
      <vt:lpstr>Data Exploration and Analysis </vt:lpstr>
      <vt:lpstr>Dataset</vt:lpstr>
      <vt:lpstr>Imbalance Classes</vt:lpstr>
      <vt:lpstr>Fraud transaction amount tend to be smaller </vt:lpstr>
      <vt:lpstr>Time spent for both cases</vt:lpstr>
      <vt:lpstr>Classification Model used</vt:lpstr>
      <vt:lpstr>Original Sample </vt:lpstr>
      <vt:lpstr>Original Sample </vt:lpstr>
      <vt:lpstr>How to due with imbalance dataset?</vt:lpstr>
      <vt:lpstr>Up sampling used on fraud class</vt:lpstr>
      <vt:lpstr>Down sampling used on non-fraud class </vt:lpstr>
      <vt:lpstr>Applying SMOTE Synthetic Minority Oversampling Technique </vt:lpstr>
      <vt:lpstr>Applying SMOTE</vt:lpstr>
      <vt:lpstr>Comparing sampling method</vt:lpstr>
      <vt:lpstr>Comparing sampling method</vt:lpstr>
      <vt:lpstr>Comparing sampling method</vt:lpstr>
      <vt:lpstr>Comparing Classification Models</vt:lpstr>
      <vt:lpstr>Optimal Parameters</vt:lpstr>
      <vt:lpstr>PowerPoint Presentation</vt:lpstr>
      <vt:lpstr>Logistic Regression</vt:lpstr>
      <vt:lpstr>Conclusion </vt:lpstr>
      <vt:lpstr>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</dc:title>
  <dc:creator>#KOH SHAO MING#</dc:creator>
  <cp:lastModifiedBy>#KOH SHAO MING#</cp:lastModifiedBy>
  <cp:revision>26</cp:revision>
  <dcterms:created xsi:type="dcterms:W3CDTF">2021-11-10T12:32:59Z</dcterms:created>
  <dcterms:modified xsi:type="dcterms:W3CDTF">2021-11-11T07:56:56Z</dcterms:modified>
</cp:coreProperties>
</file>